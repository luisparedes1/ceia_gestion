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1" roundtripDataSignature="AMtx7mjmwzy/DS0XAnNJuOPH0MKsTq2Q7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86FFFD7-C6B3-41AA-9B67-DD135AE8490F}">
  <a:tblStyle styleId="{586FFFD7-C6B3-41AA-9B67-DD135AE8490F}"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10" Type="http://schemas.openxmlformats.org/officeDocument/2006/relationships/slide" Target="slides/slide5.xml"/><Relationship Id="rId21"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 name="Shape 20"/>
        <p:cNvGrpSpPr/>
        <p:nvPr/>
      </p:nvGrpSpPr>
      <p:grpSpPr>
        <a:xfrm>
          <a:off x="0" y="0"/>
          <a:ext cx="0" cy="0"/>
          <a:chOff x="0" y="0"/>
          <a:chExt cx="0" cy="0"/>
        </a:xfrm>
      </p:grpSpPr>
      <p:sp>
        <p:nvSpPr>
          <p:cNvPr id="21" name="Google Shape;21;h2b392ae850084d8a_0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 name="Google Shape;22;h2b392ae850084d8a_0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b="0" i="0" lang="en-US" sz="1200" u="none" cap="none" strike="noStrike">
                <a:solidFill>
                  <a:schemeClr val="dk1"/>
                </a:solidFill>
                <a:latin typeface="Arial"/>
                <a:ea typeface="Arial"/>
                <a:cs typeface="Arial"/>
                <a:sym typeface="Arial"/>
              </a:rPr>
              <a:t>Presentación del plan de Trabajo Final de la Especialización en Inteligencia Artificial (FIUBA). El proyecto se desarrolla en Penguin Random House Grupo Editorial Argentina, con la dirección del Dr. Ing. Juan Manuel Rodríguez y la codirección de Sebastian Pellizzeri. La ilustración anticipa la idea central: en los motores de búsqueda generativa, el objetivo es que la ficha del libro aparezca entre las fuentes citadas.</a:t>
            </a:r>
            <a:endParaRPr/>
          </a:p>
        </p:txBody>
      </p:sp>
      <p:sp>
        <p:nvSpPr>
          <p:cNvPr id="23" name="Google Shape;23;h2b392ae850084d8a_0_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 name="Shape 34"/>
        <p:cNvGrpSpPr/>
        <p:nvPr/>
      </p:nvGrpSpPr>
      <p:grpSpPr>
        <a:xfrm>
          <a:off x="0" y="0"/>
          <a:ext cx="0" cy="0"/>
          <a:chOff x="0" y="0"/>
          <a:chExt cx="0" cy="0"/>
        </a:xfrm>
      </p:grpSpPr>
      <p:sp>
        <p:nvSpPr>
          <p:cNvPr id="35" name="Google Shape;35;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 name="Google Shape;36;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El SEO reúne las técnicas que mejoran la posición de un sitio en la página de resultados (SERP) de los buscadores tradicionales. El lector busca por género, autor o temática; el buscador rastrea e indexa las páginas y las ordena; luego el lector elige un resultado y visita el sitio. Durante años, el tráfico se concentró en los primeros lugares de la SERP, lo que otorgaba alta visibilidad a los sitios mejor posicionados. En la tienda en línea de la editorial, las sinopsis y las palabras clave son el principal contenido indexable de cada ficha, y la editorial ya consolidó su autoridad temática en SEO.</a:t>
            </a:r>
            <a:endParaRPr/>
          </a:p>
        </p:txBody>
      </p:sp>
      <p:sp>
        <p:nvSpPr>
          <p:cNvPr id="37" name="Google Shape;37;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0" name="Google Shape;90;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El SEO reúne las técnicas que mejoran la posición de un sitio en la página de resultados (SERP) de los buscadores tradicionales. El lector busca por género, autor o temática; el buscador rastrea e indexa las páginas y las ordena; luego el lector elige un resultado y visita el sitio. Durante años, el tráfico se concentró en los primeros lugares de la SERP, lo que otorgaba alta visibilidad a los sitios mejor posicionados. En la tienda en línea de la editorial, las sinopsis y las palabras clave son el principal contenido indexable de cada ficha, y la editorial ya consolidó su autoridad temática en SEO.</a:t>
            </a:r>
            <a:endParaRPr/>
          </a:p>
        </p:txBody>
      </p:sp>
      <p:sp>
        <p:nvSpPr>
          <p:cNvPr id="91" name="Google Shape;91;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6" name="Google Shape;106;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Los motores de búsqueda generativa, como ChatGPT y AI Overviews de Google, responden con un texto redactado por inteligencia artificial. Para construir la respuesta, el motor puede realizar varias búsquedas web, recuperar un conjunto acotado de páginas y sintetizar su contenido en un texto que las cita como fuentes. Este mecanismo se conoce como generación aumentada por recuperación (RAG). En GEO, la unidad de éxito ya no es la posición sino la cita. En este proyecto, la cita se mide como la inclusión de la ficha del libro entre las fuentes de la respuesta. La cita solo ocurre cuando el motor busca en la web, no cuando responde a partir de lo aprendido en su entrenamiento.</a:t>
            </a:r>
            <a:endParaRPr/>
          </a:p>
        </p:txBody>
      </p:sp>
      <p:sp>
        <p:nvSpPr>
          <p:cNvPr id="107" name="Google Shape;107;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0" name="Google Shape;160;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Los motores de búsqueda generativa, como ChatGPT y AI Overviews de Google, responden con un texto redactado por inteligencia artificial. Para construir la respuesta, el motor puede realizar varias búsquedas web, recuperar un conjunto acotado de páginas y sintetizar su contenido en un texto que las cita como fuentes. Este mecanismo se conoce como generación aumentada por recuperación (RAG). En GEO, la unidad de éxito ya no es la posición sino la cita. En este proyecto, la cita se mide como la inclusión de la ficha del libro entre las fuentes de la respuesta. La cita solo ocurre cuando el motor busca en la web, no cuando responde a partir de lo aprendido en su entrenamiento.</a:t>
            </a:r>
            <a:endParaRPr/>
          </a:p>
        </p:txBody>
      </p:sp>
      <p:sp>
        <p:nvSpPr>
          <p:cNvPr id="161" name="Google Shape;161;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5" name="Google Shape;175;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El propósito es aumentar la visibilidad del catálogo en los motores de búsqueda generativa. La visibilidad se mide como la tasa de citación: la proporción de respuestas con búsqueda web que incluyen la ficha del libro entre sus fuentes. La condición es no resignar el posicionamiento orgánico que la editorial ya consolidó en SEO.</a:t>
            </a:r>
            <a:endParaRPr/>
          </a:p>
        </p:txBody>
      </p:sp>
      <p:sp>
        <p:nvSpPr>
          <p:cNvPr id="176" name="Google Shape;176;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h2b392ae850084d8a_0_2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6" name="Google Shape;186;h2b392ae850084d8a_0_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La sinopsis de cada libro es el contenido que los motores generativos leen y citan. La solución tiene cuatro pasos: medir qué títulos citan hoy los motores, aprender qué características de la sinopsis favorecen la cita, reescribir la sinopsis con un modelo de lenguaje y la aprobación del equipo editorial, y comprobar el efecto con un piloto frente a un grupo de control. Si hay preguntas técnicas: un modelo de aprendizaje automático estima la probabilidad de citación y ordena las características por su aporte; un módulo verifica la fidelidad, la extensión y las características antes de la revisión editorial; las mediciones del piloto realimentan el modelo.</a:t>
            </a:r>
            <a:endParaRPr/>
          </a:p>
        </p:txBody>
      </p:sp>
      <p:sp>
        <p:nvSpPr>
          <p:cNvPr id="187" name="Google Shape;187;h2b392ae850084d8a_0_2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6" name="Google Shape;216;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El equipo de Analítica Avanzada de la editorial desarrolla el proyecto en forma interna. El auspiciante aporta las horas de trabajo, el acceso a los datos internos y el crédito de la API de DataForSEO; cualquier consumo por encima de lo previsto requiere una autorización expresa. La cliente valida los entregables y define qué títulos integran el piloto; su disponibilidad es acotada, por eso las validaciones se planifican con anticipación. El director aporta el encuadre metodológico y la supervisión académica. El codirector suma el conocimiento del negocio editorial y fija prioridades dentro de la empresa.</a:t>
            </a:r>
            <a:endParaRPr/>
          </a:p>
        </p:txBody>
      </p:sp>
      <p:sp>
        <p:nvSpPr>
          <p:cNvPr id="217" name="Google Shape;217;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3" name="Google Shape;253;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El alcance cubre el ciclo completo sobre la sinopsis: el conjunto de datos de citación con mediciones repetidas, el análisis exploratorio, el modelo, el generador, la verificación automática y un piloto controlado. Quedan fuera los otros factores de GEO (estructura del sitio, datos estructurados, páginas de autor o de género), las respuestas sin búsqueda web, el entrenamiento o alojamiento de un modelo propio, la integración productiva y el despliegue sobre todo el catálogo, el impacto en ventas, la regionalización y la comparación con otras editoriales.</a:t>
            </a:r>
            <a:endParaRPr/>
          </a:p>
        </p:txBody>
      </p:sp>
      <p:sp>
        <p:nvSpPr>
          <p:cNvPr id="254" name="Google Shape;254;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0" name="Google Shape;270;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Los requerimientos se expresan como historias de usuario con el formato: como &lt;rol&gt;, quiero &lt;funcionalidad&gt; para &lt;motivo&gt;. Cada historia tiene prioridad y story points. Los story points suman la dificultad, la complejidad y la incertidumbre, y se redondean al número de Fibonacci igual o inmediatamente superior. Las historias de mayor peso son la medición de la citación (HU1) y el piloto frente al grupo de control (HU7), con 21 puntos cada una. Cada historia tiene criterios de aceptación medibles: por ejemplo, diez repeticiones por consulta con búsqueda web habilitada en HU1.</a:t>
            </a:r>
            <a:endParaRPr/>
          </a:p>
        </p:txBody>
      </p:sp>
      <p:sp>
        <p:nvSpPr>
          <p:cNvPr id="271" name="Google Shape;271;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h2b392ae850084d8a_0_7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8" name="Google Shape;338;h2b392ae850084d8a_0_7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El trabajo sigue las seis fases de CRISP-DM. En la comprensión del negocio, el objetivo es aumentar la tasa de citación sin caída de la posición orgánica. Los datos son las respuestas de ChatGPT con búsqueda web (API de OpenAI) y de AI Overviews (DataForSEO), las posiciones en los buscadores y los datos internos de la editorial. En la preparación, un LLM extrae las características de cada sinopsis, que se validan sobre una muestra etiquetada a mano, y los datos se agregan por título, grupo de consultas y motor. El modelado trata una regresión de una proporción con regresión logística regularizada y árboles potenciados (LightGBM o CatBoost). La evaluación usa el error cuadrático medio ponderado y la correlación de Spearman sobre títulos excluidos del entrenamiento, frente a un modelo de referencia. El despliegue es un piloto controlado; la puesta en producción queda fuera del alcance. El ciclo es iterativo: las mediciones del piloto vuelven a la fase de datos.</a:t>
            </a:r>
            <a:endParaRPr/>
          </a:p>
        </p:txBody>
      </p:sp>
      <p:sp>
        <p:nvSpPr>
          <p:cNvPr id="339" name="Google Shape;339;h2b392ae850084d8a_0_7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8" name="Google Shape;378;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El trabajo se organiza en un sprint 0 de planificación y once sprints de desarrollo, en general de dos semanas. La etapa técnica termina el 02/03/2027, dos meses antes de la defensa, como recomienda la asignatura. La publicación de las sinopsis del piloto está prevista para fines de enero, en pleno período de vacaciones, lo que motiva el riesgo 4. El sprint 8 dura cuatro semanas porque incluye la campaña de medición del piloto. La defensa pública se prevé para la última semana de abril de 2027.</a:t>
            </a:r>
            <a:endParaRPr/>
          </a:p>
        </p:txBody>
      </p:sp>
      <p:sp>
        <p:nvSpPr>
          <p:cNvPr id="379" name="Google Shape;379;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6" name="Google Shape;486;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Los riesgos se identifican a partir de los supuestos del plan. Cada uno se evalúa por su severidad (S) y su probabilidad de ocurrencia (O), en una escala de 1 a 10. El número de prioridad de riesgo es RPN = S × O y se mitigan los riesgos con RPN mayor que 25, valor que corresponde a severidad y ocurrencia intermedias. Cinco de los siete riesgos superan ese umbral. Con la mitigación, el RPN medio de esos cinco riesgos baja de 43 a 19. El riesgo principal es la escasez de citas: sin suficientes casos de citación, el modelo no puede aprender. Los riesgos 6 y 7 no requieren plan de mitigación, pero se controlan durante todo el proyecto.</a:t>
            </a:r>
            <a:endParaRPr/>
          </a:p>
        </p:txBody>
      </p:sp>
      <p:sp>
        <p:nvSpPr>
          <p:cNvPr id="487" name="Google Shape;487;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h2b392ae850084d8a_0_1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5" name="Google Shape;495;h2b392ae850084d8a_0_1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La retrospectiva de sprint se orienta a la mejora continua. Como el proyecto tiene un único responsable, es individual y se realiza al cierre de cada sprint con la técnica de la estrella de mar: qué hacer más, qué hacer menos, qué mantener, qué empezar a hacer y qué dejar de hacer. La del sprint 0 ya se realizó y permite una primera reflexión real sobre la forma de trabajo. Se proyectan además tres sprints técnicos, uno por cada etapa del desarrollo (1, 3 y 8), y el sprint 11, que cierra el proyecto con la memoria y la defensa pública.</a:t>
            </a:r>
            <a:endParaRPr/>
          </a:p>
        </p:txBody>
      </p:sp>
      <p:sp>
        <p:nvSpPr>
          <p:cNvPr id="496" name="Google Shape;496;h2b392ae850084d8a_0_12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3" name="Google Shape;503;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Cierre: el proyecto propone pasar de optimizar la posición en la SERP a optimizar la cita en las respuestas de los motores de búsqueda generativa, con un procedimiento basado en datos y un piloto controlado que mide el efecto. Abrir a preguntas.</a:t>
            </a:r>
            <a:endParaRPr/>
          </a:p>
        </p:txBody>
      </p:sp>
      <p:sp>
        <p:nvSpPr>
          <p:cNvPr id="504" name="Google Shape;504;p1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RTADA">
  <p:cSld name="PORTADA">
    <p:bg>
      <p:bgPr>
        <a:solidFill>
          <a:schemeClr val="lt1"/>
        </a:solidFill>
      </p:bgPr>
    </p:bg>
    <p:spTree>
      <p:nvGrpSpPr>
        <p:cNvPr id="7" name="Shape 7"/>
        <p:cNvGrpSpPr/>
        <p:nvPr/>
      </p:nvGrpSpPr>
      <p:grpSpPr>
        <a:xfrm>
          <a:off x="0" y="0"/>
          <a:ext cx="0" cy="0"/>
          <a:chOff x="0" y="0"/>
          <a:chExt cx="0" cy="0"/>
        </a:xfrm>
      </p:grpSpPr>
      <p:sp>
        <p:nvSpPr>
          <p:cNvPr id="8" name="Google Shape;8;p18"/>
          <p:cNvSpPr/>
          <p:nvPr/>
        </p:nvSpPr>
        <p:spPr>
          <a:xfrm>
            <a:off x="7818120" y="0"/>
            <a:ext cx="4373575" cy="6858000"/>
          </a:xfrm>
          <a:prstGeom prst="rect">
            <a:avLst/>
          </a:prstGeom>
          <a:solidFill>
            <a:schemeClr val="dk2"/>
          </a:solidFill>
          <a:ln cap="flat" cmpd="sng" w="12700">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 name="Google Shape;9;p18"/>
          <p:cNvSpPr txBox="1"/>
          <p:nvPr>
            <p:ph idx="12" type="sldNum"/>
          </p:nvPr>
        </p:nvSpPr>
        <p:spPr>
          <a:xfrm>
            <a:off x="11183112" y="6382512"/>
            <a:ext cx="457200" cy="274320"/>
          </a:xfrm>
          <a:prstGeom prst="rect">
            <a:avLst/>
          </a:prstGeom>
          <a:noFill/>
          <a:ln>
            <a:noFill/>
          </a:ln>
        </p:spPr>
        <p:txBody>
          <a:bodyPr anchorCtr="0" anchor="ctr" bIns="0" lIns="0" spcFirstLastPara="1" rIns="0" wrap="square" tIns="0">
            <a:noAutofit/>
          </a:bodyPr>
          <a:lstStyle>
            <a:lvl1pPr indent="0" lvl="0" marL="0" marR="0" algn="r">
              <a:spcBef>
                <a:spcPts val="0"/>
              </a:spcBef>
              <a:buNone/>
              <a:defRPr b="0" i="0" sz="1200" u="none" cap="none" strike="noStrike">
                <a:solidFill>
                  <a:schemeClr val="lt2"/>
                </a:solidFill>
                <a:latin typeface="Calibri"/>
                <a:ea typeface="Calibri"/>
                <a:cs typeface="Calibri"/>
                <a:sym typeface="Calibri"/>
              </a:defRPr>
            </a:lvl1pPr>
            <a:lvl2pPr indent="0" lvl="1" marL="0" marR="0" algn="r">
              <a:spcBef>
                <a:spcPts val="0"/>
              </a:spcBef>
              <a:buNone/>
              <a:defRPr b="0" i="0" sz="1200" u="none" cap="none" strike="noStrike">
                <a:solidFill>
                  <a:schemeClr val="lt2"/>
                </a:solidFill>
                <a:latin typeface="Calibri"/>
                <a:ea typeface="Calibri"/>
                <a:cs typeface="Calibri"/>
                <a:sym typeface="Calibri"/>
              </a:defRPr>
            </a:lvl2pPr>
            <a:lvl3pPr indent="0" lvl="2" marL="0" marR="0" algn="r">
              <a:spcBef>
                <a:spcPts val="0"/>
              </a:spcBef>
              <a:buNone/>
              <a:defRPr b="0" i="0" sz="1200" u="none" cap="none" strike="noStrike">
                <a:solidFill>
                  <a:schemeClr val="lt2"/>
                </a:solidFill>
                <a:latin typeface="Calibri"/>
                <a:ea typeface="Calibri"/>
                <a:cs typeface="Calibri"/>
                <a:sym typeface="Calibri"/>
              </a:defRPr>
            </a:lvl3pPr>
            <a:lvl4pPr indent="0" lvl="3" marL="0" marR="0" algn="r">
              <a:spcBef>
                <a:spcPts val="0"/>
              </a:spcBef>
              <a:buNone/>
              <a:defRPr b="0" i="0" sz="1200" u="none" cap="none" strike="noStrike">
                <a:solidFill>
                  <a:schemeClr val="lt2"/>
                </a:solidFill>
                <a:latin typeface="Calibri"/>
                <a:ea typeface="Calibri"/>
                <a:cs typeface="Calibri"/>
                <a:sym typeface="Calibri"/>
              </a:defRPr>
            </a:lvl4pPr>
            <a:lvl5pPr indent="0" lvl="4" marL="0" marR="0" algn="r">
              <a:spcBef>
                <a:spcPts val="0"/>
              </a:spcBef>
              <a:buNone/>
              <a:defRPr b="0" i="0" sz="1200" u="none" cap="none" strike="noStrike">
                <a:solidFill>
                  <a:schemeClr val="lt2"/>
                </a:solidFill>
                <a:latin typeface="Calibri"/>
                <a:ea typeface="Calibri"/>
                <a:cs typeface="Calibri"/>
                <a:sym typeface="Calibri"/>
              </a:defRPr>
            </a:lvl5pPr>
            <a:lvl6pPr indent="0" lvl="5" marL="0" marR="0" algn="r">
              <a:spcBef>
                <a:spcPts val="0"/>
              </a:spcBef>
              <a:buNone/>
              <a:defRPr b="0" i="0" sz="1200" u="none" cap="none" strike="noStrike">
                <a:solidFill>
                  <a:schemeClr val="lt2"/>
                </a:solidFill>
                <a:latin typeface="Calibri"/>
                <a:ea typeface="Calibri"/>
                <a:cs typeface="Calibri"/>
                <a:sym typeface="Calibri"/>
              </a:defRPr>
            </a:lvl6pPr>
            <a:lvl7pPr indent="0" lvl="6" marL="0" marR="0" algn="r">
              <a:spcBef>
                <a:spcPts val="0"/>
              </a:spcBef>
              <a:buNone/>
              <a:defRPr b="0" i="0" sz="1200" u="none" cap="none" strike="noStrike">
                <a:solidFill>
                  <a:schemeClr val="lt2"/>
                </a:solidFill>
                <a:latin typeface="Calibri"/>
                <a:ea typeface="Calibri"/>
                <a:cs typeface="Calibri"/>
                <a:sym typeface="Calibri"/>
              </a:defRPr>
            </a:lvl7pPr>
            <a:lvl8pPr indent="0" lvl="7" marL="0" marR="0" algn="r">
              <a:spcBef>
                <a:spcPts val="0"/>
              </a:spcBef>
              <a:buNone/>
              <a:defRPr b="0" i="0" sz="1200" u="none" cap="none" strike="noStrike">
                <a:solidFill>
                  <a:schemeClr val="lt2"/>
                </a:solidFill>
                <a:latin typeface="Calibri"/>
                <a:ea typeface="Calibri"/>
                <a:cs typeface="Calibri"/>
                <a:sym typeface="Calibri"/>
              </a:defRPr>
            </a:lvl8pPr>
            <a:lvl9pPr indent="0" lvl="8" marL="0" marR="0" algn="r">
              <a:spcBef>
                <a:spcPts val="0"/>
              </a:spcBef>
              <a:buNone/>
              <a:defRPr b="0" i="0" sz="1200" u="none" cap="none" strike="noStrike">
                <a:solidFill>
                  <a:schemeClr val="lt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p:cSld name="CONTENIDO">
    <p:bg>
      <p:bgPr>
        <a:solidFill>
          <a:schemeClr val="lt1"/>
        </a:solidFill>
      </p:bgPr>
    </p:bg>
    <p:spTree>
      <p:nvGrpSpPr>
        <p:cNvPr id="10" name="Shape 10"/>
        <p:cNvGrpSpPr/>
        <p:nvPr/>
      </p:nvGrpSpPr>
      <p:grpSpPr>
        <a:xfrm>
          <a:off x="0" y="0"/>
          <a:ext cx="0" cy="0"/>
          <a:chOff x="0" y="0"/>
          <a:chExt cx="0" cy="0"/>
        </a:xfrm>
      </p:grpSpPr>
      <p:sp>
        <p:nvSpPr>
          <p:cNvPr id="11" name="Google Shape;11;p19"/>
          <p:cNvSpPr/>
          <p:nvPr/>
        </p:nvSpPr>
        <p:spPr>
          <a:xfrm>
            <a:off x="548640" y="6382512"/>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5"/>
              </a:buClr>
              <a:buSzPts val="1100"/>
              <a:buFont typeface="Calibri"/>
              <a:buNone/>
            </a:pPr>
            <a:r>
              <a:rPr lang="en-US" sz="1100">
                <a:solidFill>
                  <a:schemeClr val="accent5"/>
                </a:solidFill>
                <a:latin typeface="Calibri"/>
                <a:ea typeface="Calibri"/>
                <a:cs typeface="Calibri"/>
                <a:sym typeface="Calibri"/>
              </a:rPr>
              <a:t>Plan de Trabajo Final · Especialización en Inteligencia Artificial · FIUBA</a:t>
            </a:r>
            <a:endParaRPr sz="1100">
              <a:solidFill>
                <a:schemeClr val="dk1"/>
              </a:solidFill>
              <a:latin typeface="Calibri"/>
              <a:ea typeface="Calibri"/>
              <a:cs typeface="Calibri"/>
              <a:sym typeface="Calibri"/>
            </a:endParaRPr>
          </a:p>
        </p:txBody>
      </p:sp>
      <p:sp>
        <p:nvSpPr>
          <p:cNvPr id="12" name="Google Shape;12;p19"/>
          <p:cNvSpPr txBox="1"/>
          <p:nvPr>
            <p:ph type="title"/>
          </p:nvPr>
        </p:nvSpPr>
        <p:spPr>
          <a:xfrm>
            <a:off x="548640" y="384048"/>
            <a:ext cx="11091672" cy="73152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dk1"/>
              </a:buClr>
              <a:buSzPts val="3400"/>
              <a:buFont typeface="Cambria"/>
              <a:buNone/>
              <a:defRPr b="1" i="0" sz="3400" u="none" cap="none" strike="noStrike">
                <a:solidFill>
                  <a:schemeClr val="dk1"/>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19"/>
          <p:cNvSpPr txBox="1"/>
          <p:nvPr>
            <p:ph idx="1" type="body"/>
          </p:nvPr>
        </p:nvSpPr>
        <p:spPr>
          <a:xfrm>
            <a:off x="548640" y="1097280"/>
            <a:ext cx="11091672" cy="384048"/>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60"/>
              </a:spcBef>
              <a:spcAft>
                <a:spcPts val="0"/>
              </a:spcAft>
              <a:buClr>
                <a:schemeClr val="accent5"/>
              </a:buClr>
              <a:buSzPts val="1800"/>
              <a:buFont typeface="Arial"/>
              <a:buNone/>
              <a:defRPr b="0" i="0" sz="1800" u="none" cap="none" strike="noStrike">
                <a:solidFill>
                  <a:schemeClr val="accent5"/>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4" name="Google Shape;14;p19"/>
          <p:cNvSpPr txBox="1"/>
          <p:nvPr>
            <p:ph idx="12" type="sldNum"/>
          </p:nvPr>
        </p:nvSpPr>
        <p:spPr>
          <a:xfrm>
            <a:off x="11183112" y="6382512"/>
            <a:ext cx="457200" cy="274320"/>
          </a:xfrm>
          <a:prstGeom prst="rect">
            <a:avLst/>
          </a:prstGeom>
          <a:noFill/>
          <a:ln>
            <a:noFill/>
          </a:ln>
        </p:spPr>
        <p:txBody>
          <a:bodyPr anchorCtr="0" anchor="ctr" bIns="0" lIns="0" spcFirstLastPara="1" rIns="0" wrap="square" tIns="0">
            <a:noAutofit/>
          </a:bodyPr>
          <a:lstStyle>
            <a:lvl1pPr indent="0" lvl="0" marL="0" marR="0" algn="r">
              <a:spcBef>
                <a:spcPts val="0"/>
              </a:spcBef>
              <a:buNone/>
              <a:defRPr b="0" sz="1200">
                <a:solidFill>
                  <a:schemeClr val="accent5"/>
                </a:solidFill>
                <a:latin typeface="Calibri"/>
                <a:ea typeface="Calibri"/>
                <a:cs typeface="Calibri"/>
                <a:sym typeface="Calibri"/>
              </a:defRPr>
            </a:lvl1pPr>
            <a:lvl2pPr indent="0" lvl="1" marL="0" marR="0" algn="r">
              <a:spcBef>
                <a:spcPts val="0"/>
              </a:spcBef>
              <a:buNone/>
              <a:defRPr b="0" sz="1200">
                <a:solidFill>
                  <a:schemeClr val="accent5"/>
                </a:solidFill>
                <a:latin typeface="Calibri"/>
                <a:ea typeface="Calibri"/>
                <a:cs typeface="Calibri"/>
                <a:sym typeface="Calibri"/>
              </a:defRPr>
            </a:lvl2pPr>
            <a:lvl3pPr indent="0" lvl="2" marL="0" marR="0" algn="r">
              <a:spcBef>
                <a:spcPts val="0"/>
              </a:spcBef>
              <a:buNone/>
              <a:defRPr b="0" sz="1200">
                <a:solidFill>
                  <a:schemeClr val="accent5"/>
                </a:solidFill>
                <a:latin typeface="Calibri"/>
                <a:ea typeface="Calibri"/>
                <a:cs typeface="Calibri"/>
                <a:sym typeface="Calibri"/>
              </a:defRPr>
            </a:lvl3pPr>
            <a:lvl4pPr indent="0" lvl="3" marL="0" marR="0" algn="r">
              <a:spcBef>
                <a:spcPts val="0"/>
              </a:spcBef>
              <a:buNone/>
              <a:defRPr b="0" sz="1200">
                <a:solidFill>
                  <a:schemeClr val="accent5"/>
                </a:solidFill>
                <a:latin typeface="Calibri"/>
                <a:ea typeface="Calibri"/>
                <a:cs typeface="Calibri"/>
                <a:sym typeface="Calibri"/>
              </a:defRPr>
            </a:lvl4pPr>
            <a:lvl5pPr indent="0" lvl="4" marL="0" marR="0" algn="r">
              <a:spcBef>
                <a:spcPts val="0"/>
              </a:spcBef>
              <a:buNone/>
              <a:defRPr b="0" sz="1200">
                <a:solidFill>
                  <a:schemeClr val="accent5"/>
                </a:solidFill>
                <a:latin typeface="Calibri"/>
                <a:ea typeface="Calibri"/>
                <a:cs typeface="Calibri"/>
                <a:sym typeface="Calibri"/>
              </a:defRPr>
            </a:lvl5pPr>
            <a:lvl6pPr indent="0" lvl="5" marL="0" marR="0" algn="r">
              <a:spcBef>
                <a:spcPts val="0"/>
              </a:spcBef>
              <a:buNone/>
              <a:defRPr b="0" sz="1200">
                <a:solidFill>
                  <a:schemeClr val="accent5"/>
                </a:solidFill>
                <a:latin typeface="Calibri"/>
                <a:ea typeface="Calibri"/>
                <a:cs typeface="Calibri"/>
                <a:sym typeface="Calibri"/>
              </a:defRPr>
            </a:lvl6pPr>
            <a:lvl7pPr indent="0" lvl="6" marL="0" marR="0" algn="r">
              <a:spcBef>
                <a:spcPts val="0"/>
              </a:spcBef>
              <a:buNone/>
              <a:defRPr b="0" sz="1200">
                <a:solidFill>
                  <a:schemeClr val="accent5"/>
                </a:solidFill>
                <a:latin typeface="Calibri"/>
                <a:ea typeface="Calibri"/>
                <a:cs typeface="Calibri"/>
                <a:sym typeface="Calibri"/>
              </a:defRPr>
            </a:lvl7pPr>
            <a:lvl8pPr indent="0" lvl="7" marL="0" marR="0" algn="r">
              <a:spcBef>
                <a:spcPts val="0"/>
              </a:spcBef>
              <a:buNone/>
              <a:defRPr b="0" sz="1200">
                <a:solidFill>
                  <a:schemeClr val="accent5"/>
                </a:solidFill>
                <a:latin typeface="Calibri"/>
                <a:ea typeface="Calibri"/>
                <a:cs typeface="Calibri"/>
                <a:sym typeface="Calibri"/>
              </a:defRPr>
            </a:lvl8pPr>
            <a:lvl9pPr indent="0" lvl="8" marL="0" marR="0" algn="r">
              <a:spcBef>
                <a:spcPts val="0"/>
              </a:spcBef>
              <a:buNone/>
              <a:defRPr b="0" sz="1200">
                <a:solidFill>
                  <a:schemeClr val="accent5"/>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SCURO">
  <p:cSld name="OSCURO">
    <p:bg>
      <p:bgPr>
        <a:solidFill>
          <a:schemeClr val="dk2"/>
        </a:solidFill>
      </p:bgPr>
    </p:bg>
    <p:spTree>
      <p:nvGrpSpPr>
        <p:cNvPr id="15" name="Shape 15"/>
        <p:cNvGrpSpPr/>
        <p:nvPr/>
      </p:nvGrpSpPr>
      <p:grpSpPr>
        <a:xfrm>
          <a:off x="0" y="0"/>
          <a:ext cx="0" cy="0"/>
          <a:chOff x="0" y="0"/>
          <a:chExt cx="0" cy="0"/>
        </a:xfrm>
      </p:grpSpPr>
      <p:sp>
        <p:nvSpPr>
          <p:cNvPr id="16" name="Google Shape;16;p20"/>
          <p:cNvSpPr/>
          <p:nvPr/>
        </p:nvSpPr>
        <p:spPr>
          <a:xfrm>
            <a:off x="548640" y="6382512"/>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2"/>
              </a:buClr>
              <a:buSzPts val="1100"/>
              <a:buFont typeface="Calibri"/>
              <a:buNone/>
            </a:pPr>
            <a:r>
              <a:rPr lang="en-US" sz="1100">
                <a:solidFill>
                  <a:schemeClr val="lt2"/>
                </a:solidFill>
                <a:latin typeface="Calibri"/>
                <a:ea typeface="Calibri"/>
                <a:cs typeface="Calibri"/>
                <a:sym typeface="Calibri"/>
              </a:rPr>
              <a:t>Plan de Trabajo Final · Especialización en Inteligencia Artificial · FIUBA</a:t>
            </a:r>
            <a:endParaRPr sz="1100">
              <a:solidFill>
                <a:schemeClr val="dk1"/>
              </a:solidFill>
              <a:latin typeface="Calibri"/>
              <a:ea typeface="Calibri"/>
              <a:cs typeface="Calibri"/>
              <a:sym typeface="Calibri"/>
            </a:endParaRPr>
          </a:p>
        </p:txBody>
      </p:sp>
      <p:sp>
        <p:nvSpPr>
          <p:cNvPr id="17" name="Google Shape;17;p20"/>
          <p:cNvSpPr txBox="1"/>
          <p:nvPr>
            <p:ph type="title"/>
          </p:nvPr>
        </p:nvSpPr>
        <p:spPr>
          <a:xfrm>
            <a:off x="548640" y="384048"/>
            <a:ext cx="11091672" cy="73152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lt1"/>
              </a:buClr>
              <a:buSzPts val="3400"/>
              <a:buFont typeface="Cambria"/>
              <a:buNone/>
              <a:defRPr b="1" i="0" sz="3400" u="none" cap="none" strike="noStrike">
                <a:solidFill>
                  <a:schemeClr val="lt1"/>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8" name="Google Shape;18;p20"/>
          <p:cNvSpPr txBox="1"/>
          <p:nvPr>
            <p:ph idx="12" type="sldNum"/>
          </p:nvPr>
        </p:nvSpPr>
        <p:spPr>
          <a:xfrm>
            <a:off x="11183112" y="6382512"/>
            <a:ext cx="457200" cy="274320"/>
          </a:xfrm>
          <a:prstGeom prst="rect">
            <a:avLst/>
          </a:prstGeom>
          <a:noFill/>
          <a:ln>
            <a:noFill/>
          </a:ln>
        </p:spPr>
        <p:txBody>
          <a:bodyPr anchorCtr="0" anchor="ctr" bIns="0" lIns="0" spcFirstLastPara="1" rIns="0" wrap="square" tIns="0">
            <a:noAutofit/>
          </a:bodyPr>
          <a:lstStyle>
            <a:lvl1pPr indent="0" lvl="0" marL="0" marR="0" algn="r">
              <a:spcBef>
                <a:spcPts val="0"/>
              </a:spcBef>
              <a:buNone/>
              <a:defRPr b="0" sz="1200">
                <a:solidFill>
                  <a:schemeClr val="lt2"/>
                </a:solidFill>
                <a:latin typeface="Calibri"/>
                <a:ea typeface="Calibri"/>
                <a:cs typeface="Calibri"/>
                <a:sym typeface="Calibri"/>
              </a:defRPr>
            </a:lvl1pPr>
            <a:lvl2pPr indent="0" lvl="1" marL="0" marR="0" algn="r">
              <a:spcBef>
                <a:spcPts val="0"/>
              </a:spcBef>
              <a:buNone/>
              <a:defRPr b="0" sz="1200">
                <a:solidFill>
                  <a:schemeClr val="lt2"/>
                </a:solidFill>
                <a:latin typeface="Calibri"/>
                <a:ea typeface="Calibri"/>
                <a:cs typeface="Calibri"/>
                <a:sym typeface="Calibri"/>
              </a:defRPr>
            </a:lvl2pPr>
            <a:lvl3pPr indent="0" lvl="2" marL="0" marR="0" algn="r">
              <a:spcBef>
                <a:spcPts val="0"/>
              </a:spcBef>
              <a:buNone/>
              <a:defRPr b="0" sz="1200">
                <a:solidFill>
                  <a:schemeClr val="lt2"/>
                </a:solidFill>
                <a:latin typeface="Calibri"/>
                <a:ea typeface="Calibri"/>
                <a:cs typeface="Calibri"/>
                <a:sym typeface="Calibri"/>
              </a:defRPr>
            </a:lvl3pPr>
            <a:lvl4pPr indent="0" lvl="3" marL="0" marR="0" algn="r">
              <a:spcBef>
                <a:spcPts val="0"/>
              </a:spcBef>
              <a:buNone/>
              <a:defRPr b="0" sz="1200">
                <a:solidFill>
                  <a:schemeClr val="lt2"/>
                </a:solidFill>
                <a:latin typeface="Calibri"/>
                <a:ea typeface="Calibri"/>
                <a:cs typeface="Calibri"/>
                <a:sym typeface="Calibri"/>
              </a:defRPr>
            </a:lvl4pPr>
            <a:lvl5pPr indent="0" lvl="4" marL="0" marR="0" algn="r">
              <a:spcBef>
                <a:spcPts val="0"/>
              </a:spcBef>
              <a:buNone/>
              <a:defRPr b="0" sz="1200">
                <a:solidFill>
                  <a:schemeClr val="lt2"/>
                </a:solidFill>
                <a:latin typeface="Calibri"/>
                <a:ea typeface="Calibri"/>
                <a:cs typeface="Calibri"/>
                <a:sym typeface="Calibri"/>
              </a:defRPr>
            </a:lvl5pPr>
            <a:lvl6pPr indent="0" lvl="5" marL="0" marR="0" algn="r">
              <a:spcBef>
                <a:spcPts val="0"/>
              </a:spcBef>
              <a:buNone/>
              <a:defRPr b="0" sz="1200">
                <a:solidFill>
                  <a:schemeClr val="lt2"/>
                </a:solidFill>
                <a:latin typeface="Calibri"/>
                <a:ea typeface="Calibri"/>
                <a:cs typeface="Calibri"/>
                <a:sym typeface="Calibri"/>
              </a:defRPr>
            </a:lvl6pPr>
            <a:lvl7pPr indent="0" lvl="6" marL="0" marR="0" algn="r">
              <a:spcBef>
                <a:spcPts val="0"/>
              </a:spcBef>
              <a:buNone/>
              <a:defRPr b="0" sz="1200">
                <a:solidFill>
                  <a:schemeClr val="lt2"/>
                </a:solidFill>
                <a:latin typeface="Calibri"/>
                <a:ea typeface="Calibri"/>
                <a:cs typeface="Calibri"/>
                <a:sym typeface="Calibri"/>
              </a:defRPr>
            </a:lvl7pPr>
            <a:lvl8pPr indent="0" lvl="7" marL="0" marR="0" algn="r">
              <a:spcBef>
                <a:spcPts val="0"/>
              </a:spcBef>
              <a:buNone/>
              <a:defRPr b="0" sz="1200">
                <a:solidFill>
                  <a:schemeClr val="lt2"/>
                </a:solidFill>
                <a:latin typeface="Calibri"/>
                <a:ea typeface="Calibri"/>
                <a:cs typeface="Calibri"/>
                <a:sym typeface="Calibri"/>
              </a:defRPr>
            </a:lvl8pPr>
            <a:lvl9pPr indent="0" lvl="8" marL="0" marR="0" algn="r">
              <a:spcBef>
                <a:spcPts val="0"/>
              </a:spcBef>
              <a:buNone/>
              <a:defRPr b="0" sz="1200">
                <a:solidFill>
                  <a:schemeClr val="lt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9" name="Shape 19"/>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7"/>
          <p:cNvSpPr txBox="1"/>
          <p:nvPr>
            <p:ph idx="12" type="sldNum"/>
          </p:nvPr>
        </p:nvSpPr>
        <p:spPr>
          <a:xfrm>
            <a:off x="11183112" y="6382512"/>
            <a:ext cx="457200" cy="274320"/>
          </a:xfrm>
          <a:prstGeom prst="rect">
            <a:avLst/>
          </a:prstGeom>
          <a:noFill/>
          <a:ln>
            <a:noFill/>
          </a:ln>
        </p:spPr>
        <p:txBody>
          <a:bodyPr anchorCtr="0" anchor="ctr" bIns="0" lIns="0" spcFirstLastPara="1" rIns="0" wrap="square" tIns="0">
            <a:noAutofit/>
          </a:bodyPr>
          <a:lstStyle>
            <a:lvl1pPr indent="0" lvl="0" marL="0" marR="0" rtl="0" algn="r">
              <a:spcBef>
                <a:spcPts val="0"/>
              </a:spcBef>
              <a:buNone/>
              <a:defRPr b="0" i="0" sz="1200" u="none" cap="none" strike="noStrike">
                <a:solidFill>
                  <a:schemeClr val="accent5"/>
                </a:solidFill>
                <a:latin typeface="Calibri"/>
                <a:ea typeface="Calibri"/>
                <a:cs typeface="Calibri"/>
                <a:sym typeface="Calibri"/>
              </a:defRPr>
            </a:lvl1pPr>
            <a:lvl2pPr indent="0" lvl="1" marL="0" marR="0" rtl="0" algn="r">
              <a:spcBef>
                <a:spcPts val="0"/>
              </a:spcBef>
              <a:buNone/>
              <a:defRPr b="0" i="0" sz="1200" u="none" cap="none" strike="noStrike">
                <a:solidFill>
                  <a:schemeClr val="accent5"/>
                </a:solidFill>
                <a:latin typeface="Calibri"/>
                <a:ea typeface="Calibri"/>
                <a:cs typeface="Calibri"/>
                <a:sym typeface="Calibri"/>
              </a:defRPr>
            </a:lvl2pPr>
            <a:lvl3pPr indent="0" lvl="2" marL="0" marR="0" rtl="0" algn="r">
              <a:spcBef>
                <a:spcPts val="0"/>
              </a:spcBef>
              <a:buNone/>
              <a:defRPr b="0" i="0" sz="1200" u="none" cap="none" strike="noStrike">
                <a:solidFill>
                  <a:schemeClr val="accent5"/>
                </a:solidFill>
                <a:latin typeface="Calibri"/>
                <a:ea typeface="Calibri"/>
                <a:cs typeface="Calibri"/>
                <a:sym typeface="Calibri"/>
              </a:defRPr>
            </a:lvl3pPr>
            <a:lvl4pPr indent="0" lvl="3" marL="0" marR="0" rtl="0" algn="r">
              <a:spcBef>
                <a:spcPts val="0"/>
              </a:spcBef>
              <a:buNone/>
              <a:defRPr b="0" i="0" sz="1200" u="none" cap="none" strike="noStrike">
                <a:solidFill>
                  <a:schemeClr val="accent5"/>
                </a:solidFill>
                <a:latin typeface="Calibri"/>
                <a:ea typeface="Calibri"/>
                <a:cs typeface="Calibri"/>
                <a:sym typeface="Calibri"/>
              </a:defRPr>
            </a:lvl4pPr>
            <a:lvl5pPr indent="0" lvl="4" marL="0" marR="0" rtl="0" algn="r">
              <a:spcBef>
                <a:spcPts val="0"/>
              </a:spcBef>
              <a:buNone/>
              <a:defRPr b="0" i="0" sz="1200" u="none" cap="none" strike="noStrike">
                <a:solidFill>
                  <a:schemeClr val="accent5"/>
                </a:solidFill>
                <a:latin typeface="Calibri"/>
                <a:ea typeface="Calibri"/>
                <a:cs typeface="Calibri"/>
                <a:sym typeface="Calibri"/>
              </a:defRPr>
            </a:lvl5pPr>
            <a:lvl6pPr indent="0" lvl="5" marL="0" marR="0" rtl="0" algn="r">
              <a:spcBef>
                <a:spcPts val="0"/>
              </a:spcBef>
              <a:buNone/>
              <a:defRPr b="0" i="0" sz="1200" u="none" cap="none" strike="noStrike">
                <a:solidFill>
                  <a:schemeClr val="accent5"/>
                </a:solidFill>
                <a:latin typeface="Calibri"/>
                <a:ea typeface="Calibri"/>
                <a:cs typeface="Calibri"/>
                <a:sym typeface="Calibri"/>
              </a:defRPr>
            </a:lvl6pPr>
            <a:lvl7pPr indent="0" lvl="6" marL="0" marR="0" rtl="0" algn="r">
              <a:spcBef>
                <a:spcPts val="0"/>
              </a:spcBef>
              <a:buNone/>
              <a:defRPr b="0" i="0" sz="1200" u="none" cap="none" strike="noStrike">
                <a:solidFill>
                  <a:schemeClr val="accent5"/>
                </a:solidFill>
                <a:latin typeface="Calibri"/>
                <a:ea typeface="Calibri"/>
                <a:cs typeface="Calibri"/>
                <a:sym typeface="Calibri"/>
              </a:defRPr>
            </a:lvl7pPr>
            <a:lvl8pPr indent="0" lvl="7" marL="0" marR="0" rtl="0" algn="r">
              <a:spcBef>
                <a:spcPts val="0"/>
              </a:spcBef>
              <a:buNone/>
              <a:defRPr b="0" i="0" sz="1200" u="none" cap="none" strike="noStrike">
                <a:solidFill>
                  <a:schemeClr val="accent5"/>
                </a:solidFill>
                <a:latin typeface="Calibri"/>
                <a:ea typeface="Calibri"/>
                <a:cs typeface="Calibri"/>
                <a:sym typeface="Calibri"/>
              </a:defRPr>
            </a:lvl8pPr>
            <a:lvl9pPr indent="0" lvl="8" marL="0" marR="0" rtl="0" algn="r">
              <a:spcBef>
                <a:spcPts val="0"/>
              </a:spcBef>
              <a:buNone/>
              <a:defRPr b="0" i="0" sz="1200" u="none" cap="none" strike="noStrike">
                <a:solidFill>
                  <a:schemeClr val="accent5"/>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6.png"/><Relationship Id="rId4" Type="http://schemas.openxmlformats.org/officeDocument/2006/relationships/image" Target="../media/image1.png"/><Relationship Id="rId5" Type="http://schemas.openxmlformats.org/officeDocument/2006/relationships/image" Target="../media/image4.png"/><Relationship Id="rId6" Type="http://schemas.openxmlformats.org/officeDocument/2006/relationships/image" Target="../media/image10.png"/><Relationship Id="rId7"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11.png"/><Relationship Id="rId5" Type="http://schemas.openxmlformats.org/officeDocument/2006/relationships/image" Target="../media/image14.png"/><Relationship Id="rId6" Type="http://schemas.openxmlformats.org/officeDocument/2006/relationships/image" Target="../media/image1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2.png"/><Relationship Id="rId5" Type="http://schemas.openxmlformats.org/officeDocument/2006/relationships/image" Target="../media/image8.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3.png"/><Relationship Id="rId5"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4.png"/><Relationship Id="rId4" Type="http://schemas.openxmlformats.org/officeDocument/2006/relationships/image" Target="../media/image30.png"/><Relationship Id="rId5" Type="http://schemas.openxmlformats.org/officeDocument/2006/relationships/image" Target="../media/image15.png"/><Relationship Id="rId6" Type="http://schemas.openxmlformats.org/officeDocument/2006/relationships/image" Target="../media/image17.png"/><Relationship Id="rId7" Type="http://schemas.openxmlformats.org/officeDocument/2006/relationships/image" Target="../media/image2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9.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7.png"/><Relationship Id="rId7" Type="http://schemas.openxmlformats.org/officeDocument/2006/relationships/image" Target="../media/image2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5.png"/><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8.png"/><Relationship Id="rId4" Type="http://schemas.openxmlformats.org/officeDocument/2006/relationships/image" Target="../media/image5.png"/><Relationship Id="rId5"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 name="Shape 24"/>
        <p:cNvGrpSpPr/>
        <p:nvPr/>
      </p:nvGrpSpPr>
      <p:grpSpPr>
        <a:xfrm>
          <a:off x="0" y="0"/>
          <a:ext cx="0" cy="0"/>
          <a:chOff x="0" y="0"/>
          <a:chExt cx="0" cy="0"/>
        </a:xfrm>
      </p:grpSpPr>
      <p:pic>
        <p:nvPicPr>
          <p:cNvPr descr="Logo de la Facultad de Ingeniería de la Universidad de Buenos Aires" id="25" name="Google Shape;25;h2b392ae850084d8a_0_0"/>
          <p:cNvPicPr preferRelativeResize="0"/>
          <p:nvPr/>
        </p:nvPicPr>
        <p:blipFill rotWithShape="1">
          <a:blip r:embed="rId3">
            <a:alphaModFix/>
          </a:blip>
          <a:srcRect b="0" l="0" r="0" t="0"/>
          <a:stretch/>
        </p:blipFill>
        <p:spPr>
          <a:xfrm>
            <a:off x="238088" y="6126480"/>
            <a:ext cx="1811546" cy="541009"/>
          </a:xfrm>
          <a:prstGeom prst="rect">
            <a:avLst/>
          </a:prstGeom>
          <a:noFill/>
          <a:ln>
            <a:noFill/>
          </a:ln>
        </p:spPr>
      </p:pic>
      <p:sp>
        <p:nvSpPr>
          <p:cNvPr id="26" name="Google Shape;26;h2b392ae850084d8a_0_0"/>
          <p:cNvSpPr txBox="1"/>
          <p:nvPr/>
        </p:nvSpPr>
        <p:spPr>
          <a:xfrm>
            <a:off x="548640" y="555384"/>
            <a:ext cx="3781800" cy="347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1800"/>
              <a:buFont typeface="Calibri"/>
              <a:buNone/>
            </a:pPr>
            <a:r>
              <a:rPr b="1" i="0" lang="en-US" sz="1800" u="none" cap="none" strike="noStrike">
                <a:solidFill>
                  <a:schemeClr val="accent1"/>
                </a:solidFill>
                <a:latin typeface="Calibri"/>
                <a:ea typeface="Calibri"/>
                <a:cs typeface="Calibri"/>
                <a:sym typeface="Calibri"/>
              </a:rPr>
              <a:t>Presentación del plan de t</a:t>
            </a:r>
            <a:r>
              <a:rPr b="1" i="0" lang="en-US" sz="1800" u="none" cap="none" strike="noStrike">
                <a:solidFill>
                  <a:schemeClr val="accent1"/>
                </a:solidFill>
                <a:latin typeface="Calibri"/>
                <a:ea typeface="Calibri"/>
                <a:cs typeface="Calibri"/>
                <a:sym typeface="Calibri"/>
                <a:extLst>
                  <a:ext uri="http://customooxmlschemas.google.com/">
                    <go:slidesCustomData xmlns:go="http://customooxmlschemas.google.com/" textRoundtripDataId="0"/>
                  </a:ext>
                </a:extLst>
              </a:rPr>
              <a:t>rabajo final</a:t>
            </a:r>
            <a:endParaRPr b="0" i="0" sz="1800" u="none" cap="none" strike="noStrike">
              <a:solidFill>
                <a:schemeClr val="dk1"/>
              </a:solidFill>
              <a:latin typeface="Calibri"/>
              <a:ea typeface="Calibri"/>
              <a:cs typeface="Calibri"/>
              <a:sym typeface="Calibri"/>
            </a:endParaRPr>
          </a:p>
        </p:txBody>
      </p:sp>
      <p:sp>
        <p:nvSpPr>
          <p:cNvPr id="27" name="Google Shape;27;h2b392ae850084d8a_0_0"/>
          <p:cNvSpPr txBox="1"/>
          <p:nvPr/>
        </p:nvSpPr>
        <p:spPr>
          <a:xfrm>
            <a:off x="548640" y="902856"/>
            <a:ext cx="4782600" cy="347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rPr b="0" i="0" lang="en-US" sz="1800" u="none" cap="none" strike="noStrike">
                <a:solidFill>
                  <a:schemeClr val="dk1"/>
                </a:solidFill>
                <a:latin typeface="Calibri"/>
                <a:ea typeface="Calibri"/>
                <a:cs typeface="Calibri"/>
                <a:sym typeface="Calibri"/>
              </a:rPr>
              <a:t>Carrera de Especialización en Inteligencia Artificial</a:t>
            </a:r>
            <a:endParaRPr b="0" i="0" sz="1800" u="none" cap="none" strike="noStrike">
              <a:solidFill>
                <a:schemeClr val="dk1"/>
              </a:solidFill>
              <a:latin typeface="Calibri"/>
              <a:ea typeface="Calibri"/>
              <a:cs typeface="Calibri"/>
              <a:sym typeface="Calibri"/>
            </a:endParaRPr>
          </a:p>
        </p:txBody>
      </p:sp>
      <p:sp>
        <p:nvSpPr>
          <p:cNvPr id="28" name="Google Shape;28;h2b392ae850084d8a_0_0"/>
          <p:cNvSpPr txBox="1"/>
          <p:nvPr/>
        </p:nvSpPr>
        <p:spPr>
          <a:xfrm>
            <a:off x="533401" y="1957508"/>
            <a:ext cx="6858000" cy="1782900"/>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chemeClr val="dk1"/>
              </a:buClr>
              <a:buSzPts val="2800"/>
              <a:buFont typeface="Cambria"/>
              <a:buNone/>
            </a:pPr>
            <a:r>
              <a:rPr b="1" i="0" lang="en-US" sz="2800" u="none" cap="none" strike="noStrike">
                <a:solidFill>
                  <a:schemeClr val="dk1"/>
                </a:solidFill>
                <a:latin typeface="Cambria"/>
                <a:ea typeface="Cambria"/>
                <a:cs typeface="Cambria"/>
                <a:sym typeface="Cambria"/>
              </a:rPr>
              <a:t>Optimización de sinopsis de libros para motores de búsqueda generativa (GEO) mediante la predicción de la probabilidad de citación con aprendizaje automático</a:t>
            </a:r>
            <a:endParaRPr b="0" i="0" sz="2800" u="none" cap="none" strike="noStrike">
              <a:solidFill>
                <a:schemeClr val="dk1"/>
              </a:solidFill>
              <a:latin typeface="Calibri"/>
              <a:ea typeface="Calibri"/>
              <a:cs typeface="Calibri"/>
              <a:sym typeface="Calibri"/>
            </a:endParaRPr>
          </a:p>
        </p:txBody>
      </p:sp>
      <p:sp>
        <p:nvSpPr>
          <p:cNvPr id="29" name="Google Shape;29;h2b392ae850084d8a_0_0"/>
          <p:cNvSpPr txBox="1"/>
          <p:nvPr/>
        </p:nvSpPr>
        <p:spPr>
          <a:xfrm>
            <a:off x="548640" y="4570284"/>
            <a:ext cx="2194500" cy="1051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5"/>
              </a:buClr>
              <a:buSzPts val="1300"/>
              <a:buFont typeface="Calibri"/>
              <a:buNone/>
            </a:pPr>
            <a:r>
              <a:rPr b="0" i="0" lang="en-US" sz="1300" u="none" cap="none" strike="noStrike">
                <a:solidFill>
                  <a:schemeClr val="accent5"/>
                </a:solidFill>
                <a:latin typeface="Calibri"/>
                <a:ea typeface="Calibri"/>
                <a:cs typeface="Calibri"/>
                <a:sym typeface="Calibri"/>
              </a:rPr>
              <a:t>Autor</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600"/>
              <a:buFont typeface="Calibri"/>
              <a:buNone/>
            </a:pPr>
            <a:r>
              <a:rPr b="1" i="0" lang="en-US" sz="1600" u="none" cap="none" strike="noStrike">
                <a:solidFill>
                  <a:schemeClr val="dk1"/>
                </a:solidFill>
                <a:latin typeface="Calibri"/>
                <a:ea typeface="Calibri"/>
                <a:cs typeface="Calibri"/>
                <a:sym typeface="Calibri"/>
              </a:rPr>
              <a:t>Ing. Luis José Paredes Ramirez</a:t>
            </a:r>
            <a:endParaRPr b="0" i="0" sz="1600" u="none" cap="none" strike="noStrike">
              <a:solidFill>
                <a:schemeClr val="dk1"/>
              </a:solidFill>
              <a:latin typeface="Calibri"/>
              <a:ea typeface="Calibri"/>
              <a:cs typeface="Calibri"/>
              <a:sym typeface="Calibri"/>
            </a:endParaRPr>
          </a:p>
        </p:txBody>
      </p:sp>
      <p:sp>
        <p:nvSpPr>
          <p:cNvPr id="30" name="Google Shape;30;h2b392ae850084d8a_0_0"/>
          <p:cNvSpPr txBox="1"/>
          <p:nvPr/>
        </p:nvSpPr>
        <p:spPr>
          <a:xfrm>
            <a:off x="2880360" y="4570284"/>
            <a:ext cx="2194500" cy="1051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5"/>
              </a:buClr>
              <a:buSzPts val="1300"/>
              <a:buFont typeface="Calibri"/>
              <a:buNone/>
            </a:pPr>
            <a:r>
              <a:rPr b="0" i="0" lang="en-US" sz="1300" u="none" cap="none" strike="noStrike">
                <a:solidFill>
                  <a:schemeClr val="accent5"/>
                </a:solidFill>
                <a:latin typeface="Calibri"/>
                <a:ea typeface="Calibri"/>
                <a:cs typeface="Calibri"/>
                <a:sym typeface="Calibri"/>
              </a:rPr>
              <a:t>Director</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600"/>
              <a:buFont typeface="Calibri"/>
              <a:buNone/>
            </a:pPr>
            <a:r>
              <a:rPr b="1" i="0" lang="en-US" sz="1600" u="none" cap="none" strike="noStrike">
                <a:solidFill>
                  <a:schemeClr val="dk1"/>
                </a:solidFill>
                <a:latin typeface="Calibri"/>
                <a:ea typeface="Calibri"/>
                <a:cs typeface="Calibri"/>
                <a:sym typeface="Calibri"/>
              </a:rPr>
              <a:t>Dr. Ing. Juan Manuel Rodríguez</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accent5"/>
              </a:buClr>
              <a:buSzPts val="1300"/>
              <a:buFont typeface="Calibri"/>
              <a:buNone/>
            </a:pPr>
            <a:r>
              <a:rPr b="0" i="0" lang="en-US" sz="1300" u="none" cap="none" strike="noStrike">
                <a:solidFill>
                  <a:schemeClr val="accent5"/>
                </a:solidFill>
                <a:latin typeface="Calibri"/>
                <a:ea typeface="Calibri"/>
                <a:cs typeface="Calibri"/>
                <a:sym typeface="Calibri"/>
              </a:rPr>
              <a:t>Universidad de Buenos Aires</a:t>
            </a:r>
            <a:endParaRPr b="0" i="0" sz="1600" u="none" cap="none" strike="noStrike">
              <a:solidFill>
                <a:schemeClr val="dk1"/>
              </a:solidFill>
              <a:latin typeface="Calibri"/>
              <a:ea typeface="Calibri"/>
              <a:cs typeface="Calibri"/>
              <a:sym typeface="Calibri"/>
            </a:endParaRPr>
          </a:p>
        </p:txBody>
      </p:sp>
      <p:sp>
        <p:nvSpPr>
          <p:cNvPr id="31" name="Google Shape;31;h2b392ae850084d8a_0_0"/>
          <p:cNvSpPr txBox="1"/>
          <p:nvPr/>
        </p:nvSpPr>
        <p:spPr>
          <a:xfrm>
            <a:off x="5212080" y="4570284"/>
            <a:ext cx="2194500" cy="1051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5"/>
              </a:buClr>
              <a:buSzPts val="1300"/>
              <a:buFont typeface="Calibri"/>
              <a:buNone/>
            </a:pPr>
            <a:r>
              <a:rPr b="0" i="0" lang="en-US" sz="1300" u="none" cap="none" strike="noStrike">
                <a:solidFill>
                  <a:schemeClr val="accent5"/>
                </a:solidFill>
                <a:latin typeface="Calibri"/>
                <a:ea typeface="Calibri"/>
                <a:cs typeface="Calibri"/>
                <a:sym typeface="Calibri"/>
              </a:rPr>
              <a:t>Codirector</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600"/>
              <a:buFont typeface="Calibri"/>
              <a:buNone/>
            </a:pPr>
            <a:r>
              <a:rPr b="1" i="0" lang="en-US" sz="1600" u="none" cap="none" strike="noStrike">
                <a:solidFill>
                  <a:schemeClr val="dk1"/>
                </a:solidFill>
                <a:latin typeface="Calibri"/>
                <a:ea typeface="Calibri"/>
                <a:cs typeface="Calibri"/>
                <a:sym typeface="Calibri"/>
              </a:rPr>
              <a:t>Sebastian Pellizzeri</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accent5"/>
              </a:buClr>
              <a:buSzPts val="1300"/>
              <a:buFont typeface="Calibri"/>
              <a:buNone/>
            </a:pPr>
            <a:r>
              <a:rPr b="0" i="0" lang="en-US" sz="1300" u="none" cap="none" strike="noStrike">
                <a:solidFill>
                  <a:schemeClr val="accent5"/>
                </a:solidFill>
                <a:latin typeface="Calibri"/>
                <a:ea typeface="Calibri"/>
                <a:cs typeface="Calibri"/>
                <a:sym typeface="Calibri"/>
              </a:rPr>
              <a:t>Penguin Random House Grupo Editorial</a:t>
            </a:r>
            <a:endParaRPr b="0" i="0" sz="1600" u="none" cap="none" strike="noStrike">
              <a:solidFill>
                <a:schemeClr val="dk1"/>
              </a:solidFill>
              <a:latin typeface="Calibri"/>
              <a:ea typeface="Calibri"/>
              <a:cs typeface="Calibri"/>
              <a:sym typeface="Calibri"/>
            </a:endParaRPr>
          </a:p>
        </p:txBody>
      </p:sp>
      <p:sp>
        <p:nvSpPr>
          <p:cNvPr id="32" name="Google Shape;32;h2b392ae850084d8a_0_0"/>
          <p:cNvSpPr txBox="1"/>
          <p:nvPr>
            <p:ph idx="4294967295" type="sldNum"/>
          </p:nvPr>
        </p:nvSpPr>
        <p:spPr>
          <a:xfrm>
            <a:off x="11183112" y="6382512"/>
            <a:ext cx="457200" cy="274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SzPts val="1200"/>
              <a:buNone/>
            </a:pPr>
            <a:fld id="{00000000-1234-1234-1234-123412341234}" type="slidenum">
              <a:rPr b="0" lang="en-US" sz="1200">
                <a:solidFill>
                  <a:schemeClr val="lt2"/>
                </a:solidFill>
                <a:latin typeface="Calibri"/>
                <a:ea typeface="Calibri"/>
                <a:cs typeface="Calibri"/>
                <a:sym typeface="Calibri"/>
              </a:rPr>
              <a:t>‹#›</a:t>
            </a:fld>
            <a:endParaRPr sz="1200">
              <a:solidFill>
                <a:schemeClr val="lt2"/>
              </a:solidFill>
              <a:latin typeface="Calibri"/>
              <a:ea typeface="Calibri"/>
              <a:cs typeface="Calibri"/>
              <a:sym typeface="Calibri"/>
            </a:endParaRPr>
          </a:p>
        </p:txBody>
      </p:sp>
      <p:pic>
        <p:nvPicPr>
          <p:cNvPr descr="Argentina - Penguin Random House Grupo Editorial" id="33" name="Google Shape;33;h2b392ae850084d8a_0_0"/>
          <p:cNvPicPr preferRelativeResize="0"/>
          <p:nvPr/>
        </p:nvPicPr>
        <p:blipFill rotWithShape="1">
          <a:blip r:embed="rId4">
            <a:alphaModFix/>
          </a:blip>
          <a:srcRect b="0" l="0" r="0" t="0"/>
          <a:stretch/>
        </p:blipFill>
        <p:spPr>
          <a:xfrm>
            <a:off x="2242868" y="6123719"/>
            <a:ext cx="1906438" cy="54469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 name="Shape 38"/>
        <p:cNvGrpSpPr/>
        <p:nvPr/>
      </p:nvGrpSpPr>
      <p:grpSpPr>
        <a:xfrm>
          <a:off x="0" y="0"/>
          <a:ext cx="0" cy="0"/>
          <a:chOff x="0" y="0"/>
          <a:chExt cx="0" cy="0"/>
        </a:xfrm>
      </p:grpSpPr>
      <p:sp>
        <p:nvSpPr>
          <p:cNvPr id="39" name="Google Shape;39;p2"/>
          <p:cNvSpPr txBox="1"/>
          <p:nvPr>
            <p:ph type="title"/>
          </p:nvPr>
        </p:nvSpPr>
        <p:spPr>
          <a:xfrm>
            <a:off x="548640" y="384048"/>
            <a:ext cx="11091672" cy="73152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400"/>
              <a:buFont typeface="Cambria"/>
              <a:buNone/>
            </a:pPr>
            <a:r>
              <a:rPr b="1" lang="en-US" sz="3400">
                <a:solidFill>
                  <a:schemeClr val="dk1"/>
                </a:solidFill>
              </a:rPr>
              <a:t>¿Qué es SEO?</a:t>
            </a:r>
            <a:endParaRPr sz="3400"/>
          </a:p>
        </p:txBody>
      </p:sp>
      <p:sp>
        <p:nvSpPr>
          <p:cNvPr id="40" name="Google Shape;40;p2"/>
          <p:cNvSpPr txBox="1"/>
          <p:nvPr>
            <p:ph idx="1" type="body"/>
          </p:nvPr>
        </p:nvSpPr>
        <p:spPr>
          <a:xfrm>
            <a:off x="548640" y="1097280"/>
            <a:ext cx="11286802" cy="3200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accent5"/>
              </a:buClr>
              <a:buSzPts val="1800"/>
              <a:buNone/>
            </a:pPr>
            <a:r>
              <a:rPr lang="en-US" sz="1800">
                <a:solidFill>
                  <a:schemeClr val="accent5"/>
                </a:solidFill>
              </a:rPr>
              <a:t>Optimización para motores de búsqueda (SEO): se busca mejorar la posición de un sitio en la página de resultados (SERP)</a:t>
            </a:r>
            <a:endParaRPr sz="1800"/>
          </a:p>
        </p:txBody>
      </p:sp>
      <p:sp>
        <p:nvSpPr>
          <p:cNvPr id="41" name="Google Shape;41;p2"/>
          <p:cNvSpPr/>
          <p:nvPr/>
        </p:nvSpPr>
        <p:spPr>
          <a:xfrm>
            <a:off x="548640" y="1783080"/>
            <a:ext cx="685800" cy="685800"/>
          </a:xfrm>
          <a:prstGeom prst="ellipse">
            <a:avLst/>
          </a:prstGeom>
          <a:solidFill>
            <a:schemeClr val="dk1"/>
          </a:solid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42" name="Google Shape;42;p2"/>
          <p:cNvPicPr preferRelativeResize="0"/>
          <p:nvPr/>
        </p:nvPicPr>
        <p:blipFill rotWithShape="1">
          <a:blip r:embed="rId3">
            <a:alphaModFix/>
          </a:blip>
          <a:srcRect b="0" l="0" r="0" t="0"/>
          <a:stretch/>
        </p:blipFill>
        <p:spPr>
          <a:xfrm>
            <a:off x="713232" y="1947672"/>
            <a:ext cx="356616" cy="356616"/>
          </a:xfrm>
          <a:prstGeom prst="rect">
            <a:avLst/>
          </a:prstGeom>
          <a:noFill/>
          <a:ln>
            <a:noFill/>
          </a:ln>
        </p:spPr>
      </p:pic>
      <p:sp>
        <p:nvSpPr>
          <p:cNvPr id="43" name="Google Shape;43;p2"/>
          <p:cNvSpPr txBox="1"/>
          <p:nvPr/>
        </p:nvSpPr>
        <p:spPr>
          <a:xfrm>
            <a:off x="1463040" y="1764792"/>
            <a:ext cx="34290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2100"/>
              <a:buFont typeface="Calibri"/>
              <a:buNone/>
            </a:pPr>
            <a:r>
              <a:rPr b="1" lang="en-US" sz="2100">
                <a:solidFill>
                  <a:schemeClr val="dk1"/>
                </a:solidFill>
                <a:latin typeface="Calibri"/>
                <a:ea typeface="Calibri"/>
                <a:cs typeface="Calibri"/>
                <a:sym typeface="Calibri"/>
              </a:rPr>
              <a:t>Consulta</a:t>
            </a:r>
            <a:endParaRPr sz="2100">
              <a:solidFill>
                <a:schemeClr val="dk1"/>
              </a:solidFill>
              <a:latin typeface="Calibri"/>
              <a:ea typeface="Calibri"/>
              <a:cs typeface="Calibri"/>
              <a:sym typeface="Calibri"/>
            </a:endParaRPr>
          </a:p>
        </p:txBody>
      </p:sp>
      <p:sp>
        <p:nvSpPr>
          <p:cNvPr id="44" name="Google Shape;44;p2"/>
          <p:cNvSpPr txBox="1"/>
          <p:nvPr/>
        </p:nvSpPr>
        <p:spPr>
          <a:xfrm>
            <a:off x="1463040" y="2167128"/>
            <a:ext cx="342900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700"/>
              <a:buFont typeface="Calibri"/>
              <a:buNone/>
            </a:pPr>
            <a:r>
              <a:rPr lang="en-US" sz="1700">
                <a:solidFill>
                  <a:schemeClr val="accent5"/>
                </a:solidFill>
                <a:latin typeface="Calibri"/>
                <a:ea typeface="Calibri"/>
                <a:cs typeface="Calibri"/>
                <a:sym typeface="Calibri"/>
              </a:rPr>
              <a:t>El usuario realiza una búsqueda.</a:t>
            </a:r>
            <a:endParaRPr sz="1700">
              <a:solidFill>
                <a:schemeClr val="dk1"/>
              </a:solidFill>
              <a:latin typeface="Calibri"/>
              <a:ea typeface="Calibri"/>
              <a:cs typeface="Calibri"/>
              <a:sym typeface="Calibri"/>
            </a:endParaRPr>
          </a:p>
        </p:txBody>
      </p:sp>
      <p:cxnSp>
        <p:nvCxnSpPr>
          <p:cNvPr id="45" name="Google Shape;45;p2"/>
          <p:cNvCxnSpPr/>
          <p:nvPr/>
        </p:nvCxnSpPr>
        <p:spPr>
          <a:xfrm>
            <a:off x="891540" y="2532888"/>
            <a:ext cx="0" cy="457200"/>
          </a:xfrm>
          <a:prstGeom prst="straightConnector1">
            <a:avLst/>
          </a:prstGeom>
          <a:noFill/>
          <a:ln cap="flat" cmpd="sng" w="25400">
            <a:solidFill>
              <a:schemeClr val="dk1"/>
            </a:solidFill>
            <a:prstDash val="solid"/>
            <a:round/>
            <a:headEnd len="sm" w="sm" type="none"/>
            <a:tailEnd len="med" w="med" type="triangle"/>
          </a:ln>
        </p:spPr>
      </p:cxnSp>
      <p:sp>
        <p:nvSpPr>
          <p:cNvPr id="46" name="Google Shape;46;p2"/>
          <p:cNvSpPr/>
          <p:nvPr/>
        </p:nvSpPr>
        <p:spPr>
          <a:xfrm>
            <a:off x="548640" y="3044952"/>
            <a:ext cx="685800" cy="685800"/>
          </a:xfrm>
          <a:prstGeom prst="ellipse">
            <a:avLst/>
          </a:prstGeom>
          <a:solidFill>
            <a:schemeClr val="dk1"/>
          </a:solid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47" name="Google Shape;47;p2"/>
          <p:cNvPicPr preferRelativeResize="0"/>
          <p:nvPr/>
        </p:nvPicPr>
        <p:blipFill rotWithShape="1">
          <a:blip r:embed="rId4">
            <a:alphaModFix/>
          </a:blip>
          <a:srcRect b="0" l="0" r="0" t="0"/>
          <a:stretch/>
        </p:blipFill>
        <p:spPr>
          <a:xfrm>
            <a:off x="713232" y="3209544"/>
            <a:ext cx="356616" cy="356616"/>
          </a:xfrm>
          <a:prstGeom prst="rect">
            <a:avLst/>
          </a:prstGeom>
          <a:noFill/>
          <a:ln>
            <a:noFill/>
          </a:ln>
        </p:spPr>
      </p:pic>
      <p:sp>
        <p:nvSpPr>
          <p:cNvPr id="48" name="Google Shape;48;p2"/>
          <p:cNvSpPr txBox="1"/>
          <p:nvPr/>
        </p:nvSpPr>
        <p:spPr>
          <a:xfrm>
            <a:off x="1463040" y="3026664"/>
            <a:ext cx="34290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2100"/>
              <a:buFont typeface="Calibri"/>
              <a:buNone/>
            </a:pPr>
            <a:r>
              <a:rPr b="1" lang="en-US" sz="2100">
                <a:solidFill>
                  <a:schemeClr val="dk1"/>
                </a:solidFill>
                <a:latin typeface="Calibri"/>
                <a:ea typeface="Calibri"/>
                <a:cs typeface="Calibri"/>
                <a:sym typeface="Calibri"/>
              </a:rPr>
              <a:t>Ranking</a:t>
            </a:r>
            <a:endParaRPr sz="2100">
              <a:solidFill>
                <a:schemeClr val="dk1"/>
              </a:solidFill>
              <a:latin typeface="Calibri"/>
              <a:ea typeface="Calibri"/>
              <a:cs typeface="Calibri"/>
              <a:sym typeface="Calibri"/>
            </a:endParaRPr>
          </a:p>
        </p:txBody>
      </p:sp>
      <p:sp>
        <p:nvSpPr>
          <p:cNvPr id="49" name="Google Shape;49;p2"/>
          <p:cNvSpPr txBox="1"/>
          <p:nvPr/>
        </p:nvSpPr>
        <p:spPr>
          <a:xfrm>
            <a:off x="1463040" y="3429000"/>
            <a:ext cx="342900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700"/>
              <a:buFont typeface="Calibri"/>
              <a:buNone/>
            </a:pPr>
            <a:r>
              <a:rPr lang="en-US" sz="1700">
                <a:solidFill>
                  <a:schemeClr val="accent5"/>
                </a:solidFill>
                <a:latin typeface="Calibri"/>
                <a:ea typeface="Calibri"/>
                <a:cs typeface="Calibri"/>
                <a:sym typeface="Calibri"/>
              </a:rPr>
              <a:t>El buscador rastrea, indexa y ordena las páginas.</a:t>
            </a:r>
            <a:endParaRPr sz="1700">
              <a:solidFill>
                <a:schemeClr val="dk1"/>
              </a:solidFill>
              <a:latin typeface="Calibri"/>
              <a:ea typeface="Calibri"/>
              <a:cs typeface="Calibri"/>
              <a:sym typeface="Calibri"/>
            </a:endParaRPr>
          </a:p>
        </p:txBody>
      </p:sp>
      <p:cxnSp>
        <p:nvCxnSpPr>
          <p:cNvPr id="50" name="Google Shape;50;p2"/>
          <p:cNvCxnSpPr/>
          <p:nvPr/>
        </p:nvCxnSpPr>
        <p:spPr>
          <a:xfrm>
            <a:off x="891540" y="3794760"/>
            <a:ext cx="0" cy="457200"/>
          </a:xfrm>
          <a:prstGeom prst="straightConnector1">
            <a:avLst/>
          </a:prstGeom>
          <a:noFill/>
          <a:ln cap="flat" cmpd="sng" w="25400">
            <a:solidFill>
              <a:schemeClr val="dk1"/>
            </a:solidFill>
            <a:prstDash val="solid"/>
            <a:round/>
            <a:headEnd len="sm" w="sm" type="none"/>
            <a:tailEnd len="med" w="med" type="triangle"/>
          </a:ln>
        </p:spPr>
      </p:cxnSp>
      <p:sp>
        <p:nvSpPr>
          <p:cNvPr id="51" name="Google Shape;51;p2"/>
          <p:cNvSpPr/>
          <p:nvPr/>
        </p:nvSpPr>
        <p:spPr>
          <a:xfrm>
            <a:off x="548640" y="4306824"/>
            <a:ext cx="685800" cy="685800"/>
          </a:xfrm>
          <a:prstGeom prst="ellipse">
            <a:avLst/>
          </a:prstGeom>
          <a:solidFill>
            <a:schemeClr val="dk1"/>
          </a:solid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52" name="Google Shape;52;p2"/>
          <p:cNvPicPr preferRelativeResize="0"/>
          <p:nvPr/>
        </p:nvPicPr>
        <p:blipFill rotWithShape="1">
          <a:blip r:embed="rId5">
            <a:alphaModFix/>
          </a:blip>
          <a:srcRect b="0" l="0" r="0" t="0"/>
          <a:stretch/>
        </p:blipFill>
        <p:spPr>
          <a:xfrm>
            <a:off x="713232" y="4471416"/>
            <a:ext cx="356616" cy="356616"/>
          </a:xfrm>
          <a:prstGeom prst="rect">
            <a:avLst/>
          </a:prstGeom>
          <a:noFill/>
          <a:ln>
            <a:noFill/>
          </a:ln>
        </p:spPr>
      </p:pic>
      <p:sp>
        <p:nvSpPr>
          <p:cNvPr id="53" name="Google Shape;53;p2"/>
          <p:cNvSpPr txBox="1"/>
          <p:nvPr/>
        </p:nvSpPr>
        <p:spPr>
          <a:xfrm>
            <a:off x="1463040" y="4288536"/>
            <a:ext cx="34290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2100"/>
              <a:buFont typeface="Calibri"/>
              <a:buNone/>
            </a:pPr>
            <a:r>
              <a:rPr b="1" lang="en-US" sz="2100">
                <a:solidFill>
                  <a:schemeClr val="dk1"/>
                </a:solidFill>
                <a:latin typeface="Calibri"/>
                <a:ea typeface="Calibri"/>
                <a:cs typeface="Calibri"/>
                <a:sym typeface="Calibri"/>
              </a:rPr>
              <a:t>Click</a:t>
            </a:r>
            <a:endParaRPr sz="2100">
              <a:solidFill>
                <a:schemeClr val="dk1"/>
              </a:solidFill>
              <a:latin typeface="Calibri"/>
              <a:ea typeface="Calibri"/>
              <a:cs typeface="Calibri"/>
              <a:sym typeface="Calibri"/>
            </a:endParaRPr>
          </a:p>
        </p:txBody>
      </p:sp>
      <p:sp>
        <p:nvSpPr>
          <p:cNvPr id="54" name="Google Shape;54;p2"/>
          <p:cNvSpPr txBox="1"/>
          <p:nvPr/>
        </p:nvSpPr>
        <p:spPr>
          <a:xfrm>
            <a:off x="1463040" y="4690872"/>
            <a:ext cx="342900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700"/>
              <a:buFont typeface="Calibri"/>
              <a:buNone/>
            </a:pPr>
            <a:r>
              <a:rPr lang="en-US" sz="1700">
                <a:solidFill>
                  <a:schemeClr val="accent5"/>
                </a:solidFill>
                <a:latin typeface="Calibri"/>
                <a:ea typeface="Calibri"/>
                <a:cs typeface="Calibri"/>
                <a:sym typeface="Calibri"/>
              </a:rPr>
              <a:t>El lector elige una página dentro del SERP y visita el sitio.</a:t>
            </a:r>
            <a:endParaRPr sz="1700">
              <a:solidFill>
                <a:schemeClr val="dk1"/>
              </a:solidFill>
              <a:latin typeface="Calibri"/>
              <a:ea typeface="Calibri"/>
              <a:cs typeface="Calibri"/>
              <a:sym typeface="Calibri"/>
            </a:endParaRPr>
          </a:p>
        </p:txBody>
      </p:sp>
      <p:sp>
        <p:nvSpPr>
          <p:cNvPr id="55" name="Google Shape;55;p2"/>
          <p:cNvSpPr/>
          <p:nvPr/>
        </p:nvSpPr>
        <p:spPr>
          <a:xfrm>
            <a:off x="5257800" y="1691640"/>
            <a:ext cx="6382512" cy="3749040"/>
          </a:xfrm>
          <a:prstGeom prst="roundRect">
            <a:avLst>
              <a:gd fmla="val 3415" name="adj"/>
            </a:avLst>
          </a:prstGeom>
          <a:solidFill>
            <a:schemeClr val="lt1"/>
          </a:solidFill>
          <a:ln cap="flat" cmpd="sng" w="12700">
            <a:solidFill>
              <a:schemeClr val="lt2"/>
            </a:solidFill>
            <a:prstDash val="solid"/>
            <a:round/>
            <a:headEnd len="sm" w="sm" type="none"/>
            <a:tailEnd len="sm" w="sm" type="none"/>
          </a:ln>
          <a:effectLst>
            <a:outerShdw blurRad="101600" rotWithShape="0" algn="bl" dir="5400000" dist="25400">
              <a:srgbClr val="1B2A41">
                <a:alpha val="12157"/>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 name="Google Shape;56;p2"/>
          <p:cNvSpPr/>
          <p:nvPr/>
        </p:nvSpPr>
        <p:spPr>
          <a:xfrm>
            <a:off x="5532120" y="1901952"/>
            <a:ext cx="5833872" cy="457200"/>
          </a:xfrm>
          <a:prstGeom prst="roundRect">
            <a:avLst>
              <a:gd fmla="val 50000" name="adj"/>
            </a:avLst>
          </a:prstGeom>
          <a:solidFill>
            <a:schemeClr val="lt2"/>
          </a:solidFill>
          <a:ln cap="flat" cmpd="sng" w="12700">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57" name="Google Shape;57;p2"/>
          <p:cNvPicPr preferRelativeResize="0"/>
          <p:nvPr/>
        </p:nvPicPr>
        <p:blipFill rotWithShape="1">
          <a:blip r:embed="rId6">
            <a:alphaModFix/>
          </a:blip>
          <a:srcRect b="0" l="0" r="0" t="0"/>
          <a:stretch/>
        </p:blipFill>
        <p:spPr>
          <a:xfrm>
            <a:off x="5687568" y="2011680"/>
            <a:ext cx="237744" cy="237744"/>
          </a:xfrm>
          <a:prstGeom prst="rect">
            <a:avLst/>
          </a:prstGeom>
          <a:noFill/>
          <a:ln>
            <a:noFill/>
          </a:ln>
        </p:spPr>
      </p:pic>
      <p:sp>
        <p:nvSpPr>
          <p:cNvPr id="58" name="Google Shape;58;p2"/>
          <p:cNvSpPr txBox="1"/>
          <p:nvPr/>
        </p:nvSpPr>
        <p:spPr>
          <a:xfrm>
            <a:off x="6053328" y="1901952"/>
            <a:ext cx="4114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500"/>
              <a:buFont typeface="Calibri"/>
              <a:buNone/>
            </a:pPr>
            <a:r>
              <a:rPr lang="en-US" sz="1500">
                <a:solidFill>
                  <a:schemeClr val="dk1"/>
                </a:solidFill>
                <a:latin typeface="Calibri"/>
                <a:ea typeface="Calibri"/>
                <a:cs typeface="Calibri"/>
                <a:sym typeface="Calibri"/>
              </a:rPr>
              <a:t>novela romántica argentina</a:t>
            </a:r>
            <a:endParaRPr sz="1500">
              <a:solidFill>
                <a:schemeClr val="dk1"/>
              </a:solidFill>
              <a:latin typeface="Calibri"/>
              <a:ea typeface="Calibri"/>
              <a:cs typeface="Calibri"/>
              <a:sym typeface="Calibri"/>
            </a:endParaRPr>
          </a:p>
        </p:txBody>
      </p:sp>
      <p:sp>
        <p:nvSpPr>
          <p:cNvPr id="59" name="Google Shape;59;p2"/>
          <p:cNvSpPr txBox="1"/>
          <p:nvPr/>
        </p:nvSpPr>
        <p:spPr>
          <a:xfrm>
            <a:off x="5532120" y="2514600"/>
            <a:ext cx="2743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5"/>
              </a:buClr>
              <a:buSzPts val="1300"/>
              <a:buFont typeface="Calibri"/>
              <a:buNone/>
            </a:pPr>
            <a:r>
              <a:rPr b="1" lang="en-US" sz="1300">
                <a:solidFill>
                  <a:schemeClr val="accent5"/>
                </a:solidFill>
                <a:latin typeface="Calibri"/>
                <a:ea typeface="Calibri"/>
                <a:cs typeface="Calibri"/>
                <a:sym typeface="Calibri"/>
              </a:rPr>
              <a:t>Resultados ordenados</a:t>
            </a:r>
            <a:endParaRPr sz="1300">
              <a:solidFill>
                <a:schemeClr val="dk1"/>
              </a:solidFill>
              <a:latin typeface="Calibri"/>
              <a:ea typeface="Calibri"/>
              <a:cs typeface="Calibri"/>
              <a:sym typeface="Calibri"/>
            </a:endParaRPr>
          </a:p>
        </p:txBody>
      </p:sp>
      <p:sp>
        <p:nvSpPr>
          <p:cNvPr id="60" name="Google Shape;60;p2"/>
          <p:cNvSpPr txBox="1"/>
          <p:nvPr/>
        </p:nvSpPr>
        <p:spPr>
          <a:xfrm>
            <a:off x="9509760" y="2514600"/>
            <a:ext cx="17373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5"/>
              </a:buClr>
              <a:buSzPts val="1300"/>
              <a:buFont typeface="Calibri"/>
              <a:buNone/>
            </a:pPr>
            <a:r>
              <a:rPr b="1" lang="en-US" sz="1300">
                <a:solidFill>
                  <a:schemeClr val="accent5"/>
                </a:solidFill>
                <a:latin typeface="Calibri"/>
                <a:ea typeface="Calibri"/>
                <a:cs typeface="Calibri"/>
                <a:sym typeface="Calibri"/>
              </a:rPr>
              <a:t>Clics</a:t>
            </a:r>
            <a:endParaRPr sz="1300">
              <a:solidFill>
                <a:schemeClr val="dk1"/>
              </a:solidFill>
              <a:latin typeface="Calibri"/>
              <a:ea typeface="Calibri"/>
              <a:cs typeface="Calibri"/>
              <a:sym typeface="Calibri"/>
            </a:endParaRPr>
          </a:p>
        </p:txBody>
      </p:sp>
      <p:sp>
        <p:nvSpPr>
          <p:cNvPr id="61" name="Google Shape;61;p2"/>
          <p:cNvSpPr/>
          <p:nvPr/>
        </p:nvSpPr>
        <p:spPr>
          <a:xfrm>
            <a:off x="5440680" y="2788920"/>
            <a:ext cx="6016752" cy="438912"/>
          </a:xfrm>
          <a:prstGeom prst="roundRect">
            <a:avLst>
              <a:gd fmla="val 16667" name="adj"/>
            </a:avLst>
          </a:prstGeom>
          <a:solidFill>
            <a:schemeClr val="accent1">
              <a:alpha val="12157"/>
            </a:schemeClr>
          </a:solidFill>
          <a:ln cap="flat" cmpd="sng" w="12700">
            <a:solidFill>
              <a:schemeClr val="accent1">
                <a:alpha val="12157"/>
              </a:scheme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 name="Google Shape;62;p2"/>
          <p:cNvSpPr/>
          <p:nvPr/>
        </p:nvSpPr>
        <p:spPr>
          <a:xfrm>
            <a:off x="5577840" y="2862072"/>
            <a:ext cx="292608" cy="292608"/>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 name="Google Shape;63;p2"/>
          <p:cNvSpPr txBox="1"/>
          <p:nvPr/>
        </p:nvSpPr>
        <p:spPr>
          <a:xfrm>
            <a:off x="5577840" y="2862072"/>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200"/>
              <a:buFont typeface="Calibri"/>
              <a:buNone/>
            </a:pPr>
            <a:r>
              <a:rPr b="1" lang="en-US" sz="1200">
                <a:solidFill>
                  <a:schemeClr val="lt1"/>
                </a:solidFill>
                <a:latin typeface="Calibri"/>
                <a:ea typeface="Calibri"/>
                <a:cs typeface="Calibri"/>
                <a:sym typeface="Calibri"/>
              </a:rPr>
              <a:t>1</a:t>
            </a:r>
            <a:endParaRPr sz="1200">
              <a:solidFill>
                <a:schemeClr val="dk1"/>
              </a:solidFill>
              <a:latin typeface="Calibri"/>
              <a:ea typeface="Calibri"/>
              <a:cs typeface="Calibri"/>
              <a:sym typeface="Calibri"/>
            </a:endParaRPr>
          </a:p>
        </p:txBody>
      </p:sp>
      <p:sp>
        <p:nvSpPr>
          <p:cNvPr id="64" name="Google Shape;64;p2"/>
          <p:cNvSpPr txBox="1"/>
          <p:nvPr/>
        </p:nvSpPr>
        <p:spPr>
          <a:xfrm>
            <a:off x="6035040" y="2834640"/>
            <a:ext cx="21945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1500"/>
              <a:buFont typeface="Calibri"/>
              <a:buNone/>
            </a:pPr>
            <a:r>
              <a:rPr b="1" lang="en-US" sz="1500">
                <a:solidFill>
                  <a:schemeClr val="accent1"/>
                </a:solidFill>
                <a:latin typeface="Calibri"/>
                <a:ea typeface="Calibri"/>
                <a:cs typeface="Calibri"/>
                <a:sym typeface="Calibri"/>
              </a:rPr>
              <a:t>penguinlibros.com</a:t>
            </a:r>
            <a:endParaRPr sz="1500">
              <a:solidFill>
                <a:schemeClr val="dk1"/>
              </a:solidFill>
              <a:latin typeface="Calibri"/>
              <a:ea typeface="Calibri"/>
              <a:cs typeface="Calibri"/>
              <a:sym typeface="Calibri"/>
            </a:endParaRPr>
          </a:p>
        </p:txBody>
      </p:sp>
      <p:sp>
        <p:nvSpPr>
          <p:cNvPr id="65" name="Google Shape;65;p2"/>
          <p:cNvSpPr/>
          <p:nvPr/>
        </p:nvSpPr>
        <p:spPr>
          <a:xfrm>
            <a:off x="9509760" y="2907792"/>
            <a:ext cx="1691640" cy="201168"/>
          </a:xfrm>
          <a:prstGeom prst="roundRect">
            <a:avLst>
              <a:gd fmla="val 18182" name="adj"/>
            </a:avLst>
          </a:prstGeom>
          <a:solidFill>
            <a:schemeClr val="accent1"/>
          </a:solidFill>
          <a:ln cap="flat" cmpd="sng" w="12700">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 name="Google Shape;66;p2"/>
          <p:cNvSpPr/>
          <p:nvPr/>
        </p:nvSpPr>
        <p:spPr>
          <a:xfrm>
            <a:off x="5577840" y="3282696"/>
            <a:ext cx="292608" cy="292608"/>
          </a:xfrm>
          <a:prstGeom prst="ellipse">
            <a:avLst/>
          </a:prstGeom>
          <a:solidFill>
            <a:schemeClr val="accent5"/>
          </a:solidFill>
          <a:ln cap="flat" cmpd="sng" w="12700">
            <a:solidFill>
              <a:schemeClr val="accent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 name="Google Shape;67;p2"/>
          <p:cNvSpPr txBox="1"/>
          <p:nvPr/>
        </p:nvSpPr>
        <p:spPr>
          <a:xfrm>
            <a:off x="5577840" y="3282696"/>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200"/>
              <a:buFont typeface="Calibri"/>
              <a:buNone/>
            </a:pPr>
            <a:r>
              <a:rPr b="1" lang="en-US" sz="1200">
                <a:solidFill>
                  <a:schemeClr val="lt1"/>
                </a:solidFill>
                <a:latin typeface="Calibri"/>
                <a:ea typeface="Calibri"/>
                <a:cs typeface="Calibri"/>
                <a:sym typeface="Calibri"/>
              </a:rPr>
              <a:t>2</a:t>
            </a:r>
            <a:endParaRPr sz="1200">
              <a:solidFill>
                <a:schemeClr val="dk1"/>
              </a:solidFill>
              <a:latin typeface="Calibri"/>
              <a:ea typeface="Calibri"/>
              <a:cs typeface="Calibri"/>
              <a:sym typeface="Calibri"/>
            </a:endParaRPr>
          </a:p>
        </p:txBody>
      </p:sp>
      <p:sp>
        <p:nvSpPr>
          <p:cNvPr id="68" name="Google Shape;68;p2"/>
          <p:cNvSpPr txBox="1"/>
          <p:nvPr/>
        </p:nvSpPr>
        <p:spPr>
          <a:xfrm>
            <a:off x="6035040" y="3255264"/>
            <a:ext cx="21945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500"/>
              <a:buFont typeface="Calibri"/>
              <a:buNone/>
            </a:pPr>
            <a:r>
              <a:rPr lang="en-US" sz="1500">
                <a:solidFill>
                  <a:schemeClr val="dk1"/>
                </a:solidFill>
                <a:latin typeface="Calibri"/>
                <a:ea typeface="Calibri"/>
                <a:cs typeface="Calibri"/>
                <a:sym typeface="Calibri"/>
              </a:rPr>
              <a:t>tienda de libros</a:t>
            </a:r>
            <a:endParaRPr sz="1500">
              <a:solidFill>
                <a:schemeClr val="dk1"/>
              </a:solidFill>
              <a:latin typeface="Calibri"/>
              <a:ea typeface="Calibri"/>
              <a:cs typeface="Calibri"/>
              <a:sym typeface="Calibri"/>
            </a:endParaRPr>
          </a:p>
        </p:txBody>
      </p:sp>
      <p:sp>
        <p:nvSpPr>
          <p:cNvPr id="69" name="Google Shape;69;p2"/>
          <p:cNvSpPr/>
          <p:nvPr/>
        </p:nvSpPr>
        <p:spPr>
          <a:xfrm>
            <a:off x="9509760" y="3328416"/>
            <a:ext cx="914400" cy="201168"/>
          </a:xfrm>
          <a:prstGeom prst="roundRect">
            <a:avLst>
              <a:gd fmla="val 18182" name="adj"/>
            </a:avLst>
          </a:prstGeom>
          <a:solidFill>
            <a:schemeClr val="accent5">
              <a:alpha val="54902"/>
            </a:schemeClr>
          </a:solidFill>
          <a:ln cap="flat" cmpd="sng" w="12700">
            <a:solidFill>
              <a:schemeClr val="accent5">
                <a:alpha val="54902"/>
              </a:scheme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 name="Google Shape;70;p2"/>
          <p:cNvSpPr/>
          <p:nvPr/>
        </p:nvSpPr>
        <p:spPr>
          <a:xfrm>
            <a:off x="5577840" y="3703320"/>
            <a:ext cx="292608" cy="292608"/>
          </a:xfrm>
          <a:prstGeom prst="ellipse">
            <a:avLst/>
          </a:prstGeom>
          <a:solidFill>
            <a:schemeClr val="accent5"/>
          </a:solidFill>
          <a:ln cap="flat" cmpd="sng" w="12700">
            <a:solidFill>
              <a:schemeClr val="accent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 name="Google Shape;71;p2"/>
          <p:cNvSpPr txBox="1"/>
          <p:nvPr/>
        </p:nvSpPr>
        <p:spPr>
          <a:xfrm>
            <a:off x="5577840" y="3703320"/>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200"/>
              <a:buFont typeface="Calibri"/>
              <a:buNone/>
            </a:pPr>
            <a:r>
              <a:rPr b="1" lang="en-US" sz="1200">
                <a:solidFill>
                  <a:schemeClr val="lt1"/>
                </a:solidFill>
                <a:latin typeface="Calibri"/>
                <a:ea typeface="Calibri"/>
                <a:cs typeface="Calibri"/>
                <a:sym typeface="Calibri"/>
              </a:rPr>
              <a:t>3</a:t>
            </a:r>
            <a:endParaRPr sz="1200">
              <a:solidFill>
                <a:schemeClr val="dk1"/>
              </a:solidFill>
              <a:latin typeface="Calibri"/>
              <a:ea typeface="Calibri"/>
              <a:cs typeface="Calibri"/>
              <a:sym typeface="Calibri"/>
            </a:endParaRPr>
          </a:p>
        </p:txBody>
      </p:sp>
      <p:sp>
        <p:nvSpPr>
          <p:cNvPr id="72" name="Google Shape;72;p2"/>
          <p:cNvSpPr txBox="1"/>
          <p:nvPr/>
        </p:nvSpPr>
        <p:spPr>
          <a:xfrm>
            <a:off x="6035040" y="3675888"/>
            <a:ext cx="21945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500"/>
              <a:buFont typeface="Calibri"/>
              <a:buNone/>
            </a:pPr>
            <a:r>
              <a:rPr lang="en-US" sz="1500">
                <a:solidFill>
                  <a:schemeClr val="dk1"/>
                </a:solidFill>
                <a:latin typeface="Calibri"/>
                <a:ea typeface="Calibri"/>
                <a:cs typeface="Calibri"/>
                <a:sym typeface="Calibri"/>
              </a:rPr>
              <a:t>sitio de reseñas</a:t>
            </a:r>
            <a:endParaRPr sz="1500">
              <a:solidFill>
                <a:schemeClr val="dk1"/>
              </a:solidFill>
              <a:latin typeface="Calibri"/>
              <a:ea typeface="Calibri"/>
              <a:cs typeface="Calibri"/>
              <a:sym typeface="Calibri"/>
            </a:endParaRPr>
          </a:p>
        </p:txBody>
      </p:sp>
      <p:sp>
        <p:nvSpPr>
          <p:cNvPr id="73" name="Google Shape;73;p2"/>
          <p:cNvSpPr/>
          <p:nvPr/>
        </p:nvSpPr>
        <p:spPr>
          <a:xfrm>
            <a:off x="9509760" y="3749040"/>
            <a:ext cx="566928" cy="201168"/>
          </a:xfrm>
          <a:prstGeom prst="roundRect">
            <a:avLst>
              <a:gd fmla="val 18182" name="adj"/>
            </a:avLst>
          </a:prstGeom>
          <a:solidFill>
            <a:schemeClr val="accent5">
              <a:alpha val="54902"/>
            </a:schemeClr>
          </a:solidFill>
          <a:ln cap="flat" cmpd="sng" w="12700">
            <a:solidFill>
              <a:schemeClr val="accent5">
                <a:alpha val="54902"/>
              </a:scheme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 name="Google Shape;74;p2"/>
          <p:cNvSpPr/>
          <p:nvPr/>
        </p:nvSpPr>
        <p:spPr>
          <a:xfrm>
            <a:off x="5577840" y="4123944"/>
            <a:ext cx="292608" cy="292608"/>
          </a:xfrm>
          <a:prstGeom prst="ellipse">
            <a:avLst/>
          </a:prstGeom>
          <a:solidFill>
            <a:schemeClr val="accent5"/>
          </a:solidFill>
          <a:ln cap="flat" cmpd="sng" w="12700">
            <a:solidFill>
              <a:schemeClr val="accent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 name="Google Shape;75;p2"/>
          <p:cNvSpPr txBox="1"/>
          <p:nvPr/>
        </p:nvSpPr>
        <p:spPr>
          <a:xfrm>
            <a:off x="5577840" y="4123944"/>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200"/>
              <a:buFont typeface="Calibri"/>
              <a:buNone/>
            </a:pPr>
            <a:r>
              <a:rPr b="1" lang="en-US" sz="1200">
                <a:solidFill>
                  <a:schemeClr val="lt1"/>
                </a:solidFill>
                <a:latin typeface="Calibri"/>
                <a:ea typeface="Calibri"/>
                <a:cs typeface="Calibri"/>
                <a:sym typeface="Calibri"/>
              </a:rPr>
              <a:t>4</a:t>
            </a:r>
            <a:endParaRPr sz="1200">
              <a:solidFill>
                <a:schemeClr val="dk1"/>
              </a:solidFill>
              <a:latin typeface="Calibri"/>
              <a:ea typeface="Calibri"/>
              <a:cs typeface="Calibri"/>
              <a:sym typeface="Calibri"/>
            </a:endParaRPr>
          </a:p>
        </p:txBody>
      </p:sp>
      <p:sp>
        <p:nvSpPr>
          <p:cNvPr id="76" name="Google Shape;76;p2"/>
          <p:cNvSpPr txBox="1"/>
          <p:nvPr/>
        </p:nvSpPr>
        <p:spPr>
          <a:xfrm>
            <a:off x="6035040" y="4096512"/>
            <a:ext cx="21945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500"/>
              <a:buFont typeface="Calibri"/>
              <a:buNone/>
            </a:pPr>
            <a:r>
              <a:rPr lang="en-US" sz="1500">
                <a:solidFill>
                  <a:schemeClr val="dk1"/>
                </a:solidFill>
                <a:latin typeface="Calibri"/>
                <a:ea typeface="Calibri"/>
                <a:cs typeface="Calibri"/>
                <a:sym typeface="Calibri"/>
              </a:rPr>
              <a:t>medio digital</a:t>
            </a:r>
            <a:endParaRPr sz="1500">
              <a:solidFill>
                <a:schemeClr val="dk1"/>
              </a:solidFill>
              <a:latin typeface="Calibri"/>
              <a:ea typeface="Calibri"/>
              <a:cs typeface="Calibri"/>
              <a:sym typeface="Calibri"/>
            </a:endParaRPr>
          </a:p>
        </p:txBody>
      </p:sp>
      <p:sp>
        <p:nvSpPr>
          <p:cNvPr id="77" name="Google Shape;77;p2"/>
          <p:cNvSpPr/>
          <p:nvPr/>
        </p:nvSpPr>
        <p:spPr>
          <a:xfrm>
            <a:off x="9509760" y="4169664"/>
            <a:ext cx="365760" cy="201168"/>
          </a:xfrm>
          <a:prstGeom prst="roundRect">
            <a:avLst>
              <a:gd fmla="val 18182" name="adj"/>
            </a:avLst>
          </a:prstGeom>
          <a:solidFill>
            <a:schemeClr val="accent5">
              <a:alpha val="54902"/>
            </a:schemeClr>
          </a:solidFill>
          <a:ln cap="flat" cmpd="sng" w="12700">
            <a:solidFill>
              <a:schemeClr val="accent5">
                <a:alpha val="54902"/>
              </a:scheme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 name="Google Shape;78;p2"/>
          <p:cNvSpPr/>
          <p:nvPr/>
        </p:nvSpPr>
        <p:spPr>
          <a:xfrm>
            <a:off x="5577840" y="4544568"/>
            <a:ext cx="292608" cy="292608"/>
          </a:xfrm>
          <a:prstGeom prst="ellipse">
            <a:avLst/>
          </a:prstGeom>
          <a:solidFill>
            <a:schemeClr val="accent5"/>
          </a:solidFill>
          <a:ln cap="flat" cmpd="sng" w="12700">
            <a:solidFill>
              <a:schemeClr val="accent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 name="Google Shape;79;p2"/>
          <p:cNvSpPr txBox="1"/>
          <p:nvPr/>
        </p:nvSpPr>
        <p:spPr>
          <a:xfrm>
            <a:off x="5577840" y="454456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200"/>
              <a:buFont typeface="Calibri"/>
              <a:buNone/>
            </a:pPr>
            <a:r>
              <a:rPr b="1" lang="en-US" sz="1200">
                <a:solidFill>
                  <a:schemeClr val="lt1"/>
                </a:solidFill>
                <a:latin typeface="Calibri"/>
                <a:ea typeface="Calibri"/>
                <a:cs typeface="Calibri"/>
                <a:sym typeface="Calibri"/>
              </a:rPr>
              <a:t>5</a:t>
            </a:r>
            <a:endParaRPr sz="1200">
              <a:solidFill>
                <a:schemeClr val="dk1"/>
              </a:solidFill>
              <a:latin typeface="Calibri"/>
              <a:ea typeface="Calibri"/>
              <a:cs typeface="Calibri"/>
              <a:sym typeface="Calibri"/>
            </a:endParaRPr>
          </a:p>
        </p:txBody>
      </p:sp>
      <p:sp>
        <p:nvSpPr>
          <p:cNvPr id="80" name="Google Shape;80;p2"/>
          <p:cNvSpPr txBox="1"/>
          <p:nvPr/>
        </p:nvSpPr>
        <p:spPr>
          <a:xfrm>
            <a:off x="6035040" y="4517136"/>
            <a:ext cx="21945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500"/>
              <a:buFont typeface="Calibri"/>
              <a:buNone/>
            </a:pPr>
            <a:r>
              <a:rPr lang="en-US" sz="1500">
                <a:solidFill>
                  <a:schemeClr val="dk1"/>
                </a:solidFill>
                <a:latin typeface="Calibri"/>
                <a:ea typeface="Calibri"/>
                <a:cs typeface="Calibri"/>
                <a:sym typeface="Calibri"/>
              </a:rPr>
              <a:t>foro de lectores</a:t>
            </a:r>
            <a:endParaRPr sz="1500">
              <a:solidFill>
                <a:schemeClr val="dk1"/>
              </a:solidFill>
              <a:latin typeface="Calibri"/>
              <a:ea typeface="Calibri"/>
              <a:cs typeface="Calibri"/>
              <a:sym typeface="Calibri"/>
            </a:endParaRPr>
          </a:p>
        </p:txBody>
      </p:sp>
      <p:sp>
        <p:nvSpPr>
          <p:cNvPr id="81" name="Google Shape;81;p2"/>
          <p:cNvSpPr/>
          <p:nvPr/>
        </p:nvSpPr>
        <p:spPr>
          <a:xfrm>
            <a:off x="9509760" y="4590288"/>
            <a:ext cx="237744" cy="201168"/>
          </a:xfrm>
          <a:prstGeom prst="roundRect">
            <a:avLst>
              <a:gd fmla="val 18182" name="adj"/>
            </a:avLst>
          </a:prstGeom>
          <a:solidFill>
            <a:schemeClr val="accent5">
              <a:alpha val="54902"/>
            </a:schemeClr>
          </a:solidFill>
          <a:ln cap="flat" cmpd="sng" w="12700">
            <a:solidFill>
              <a:schemeClr val="accent5">
                <a:alpha val="54902"/>
              </a:scheme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 name="Google Shape;82;p2"/>
          <p:cNvSpPr txBox="1"/>
          <p:nvPr/>
        </p:nvSpPr>
        <p:spPr>
          <a:xfrm>
            <a:off x="5532120" y="5010912"/>
            <a:ext cx="5833872"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400"/>
              <a:buFont typeface="Calibri"/>
              <a:buNone/>
            </a:pPr>
            <a:r>
              <a:rPr i="1" lang="en-US" sz="1400">
                <a:solidFill>
                  <a:schemeClr val="accent5"/>
                </a:solidFill>
                <a:latin typeface="Calibri"/>
                <a:ea typeface="Calibri"/>
                <a:cs typeface="Calibri"/>
                <a:sym typeface="Calibri"/>
              </a:rPr>
              <a:t>El tráfico se concentra en los primeros lugares de la SERP.</a:t>
            </a:r>
            <a:endParaRPr sz="1400">
              <a:solidFill>
                <a:schemeClr val="dk1"/>
              </a:solidFill>
              <a:latin typeface="Calibri"/>
              <a:ea typeface="Calibri"/>
              <a:cs typeface="Calibri"/>
              <a:sym typeface="Calibri"/>
            </a:endParaRPr>
          </a:p>
        </p:txBody>
      </p:sp>
      <p:sp>
        <p:nvSpPr>
          <p:cNvPr id="83" name="Google Shape;83;p2"/>
          <p:cNvSpPr/>
          <p:nvPr/>
        </p:nvSpPr>
        <p:spPr>
          <a:xfrm>
            <a:off x="548640" y="5623560"/>
            <a:ext cx="11091672" cy="548640"/>
          </a:xfrm>
          <a:prstGeom prst="roundRect">
            <a:avLst>
              <a:gd fmla="val 16667" name="adj"/>
            </a:avLst>
          </a:prstGeom>
          <a:solidFill>
            <a:schemeClr val="dk1">
              <a:alpha val="10196"/>
            </a:schemeClr>
          </a:solidFill>
          <a:ln cap="flat" cmpd="sng" w="12700">
            <a:solidFill>
              <a:schemeClr val="dk1">
                <a:alpha val="10196"/>
              </a:scheme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4" name="Google Shape;84;p2"/>
          <p:cNvSpPr/>
          <p:nvPr/>
        </p:nvSpPr>
        <p:spPr>
          <a:xfrm>
            <a:off x="685800" y="5678424"/>
            <a:ext cx="438912" cy="438912"/>
          </a:xfrm>
          <a:prstGeom prst="ellipse">
            <a:avLst/>
          </a:prstGeom>
          <a:solidFill>
            <a:schemeClr val="dk1"/>
          </a:solid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85" name="Google Shape;85;p2"/>
          <p:cNvPicPr preferRelativeResize="0"/>
          <p:nvPr/>
        </p:nvPicPr>
        <p:blipFill rotWithShape="1">
          <a:blip r:embed="rId7">
            <a:alphaModFix/>
          </a:blip>
          <a:srcRect b="0" l="0" r="0" t="0"/>
          <a:stretch/>
        </p:blipFill>
        <p:spPr>
          <a:xfrm>
            <a:off x="791139" y="5783763"/>
            <a:ext cx="228234" cy="228234"/>
          </a:xfrm>
          <a:prstGeom prst="rect">
            <a:avLst/>
          </a:prstGeom>
          <a:noFill/>
          <a:ln>
            <a:noFill/>
          </a:ln>
        </p:spPr>
      </p:pic>
      <p:sp>
        <p:nvSpPr>
          <p:cNvPr id="86" name="Google Shape;86;p2"/>
          <p:cNvSpPr txBox="1"/>
          <p:nvPr/>
        </p:nvSpPr>
        <p:spPr>
          <a:xfrm>
            <a:off x="1280160" y="5623560"/>
            <a:ext cx="102412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900"/>
              <a:buFont typeface="Calibri"/>
              <a:buNone/>
            </a:pPr>
            <a:r>
              <a:rPr b="1" lang="en-US" sz="1900">
                <a:solidFill>
                  <a:schemeClr val="dk1"/>
                </a:solidFill>
                <a:latin typeface="Calibri"/>
                <a:ea typeface="Calibri"/>
                <a:cs typeface="Calibri"/>
                <a:sym typeface="Calibri"/>
              </a:rPr>
              <a:t>Unidad de éxito: rankear alto en el SERP</a:t>
            </a:r>
            <a:r>
              <a:rPr lang="en-US" sz="1900">
                <a:solidFill>
                  <a:schemeClr val="accent5"/>
                </a:solidFill>
                <a:latin typeface="Calibri"/>
                <a:ea typeface="Calibri"/>
                <a:cs typeface="Calibri"/>
                <a:sym typeface="Calibri"/>
              </a:rPr>
              <a:t>  ·  métricas: ranking, clicks through rate y tráfico orgánico</a:t>
            </a:r>
            <a:endParaRPr sz="1900">
              <a:solidFill>
                <a:schemeClr val="dk1"/>
              </a:solidFill>
              <a:latin typeface="Calibri"/>
              <a:ea typeface="Calibri"/>
              <a:cs typeface="Calibri"/>
              <a:sym typeface="Calibri"/>
            </a:endParaRPr>
          </a:p>
        </p:txBody>
      </p:sp>
      <p:sp>
        <p:nvSpPr>
          <p:cNvPr id="87" name="Google Shape;87;p2"/>
          <p:cNvSpPr txBox="1"/>
          <p:nvPr>
            <p:ph idx="4294967295" type="sldNum"/>
          </p:nvPr>
        </p:nvSpPr>
        <p:spPr>
          <a:xfrm>
            <a:off x="11183112" y="6382512"/>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fld id="{00000000-1234-1234-1234-123412341234}" type="slidenum">
              <a:rPr b="0" lang="en-US" sz="1200">
                <a:solidFill>
                  <a:schemeClr val="accent5"/>
                </a:solidFill>
                <a:latin typeface="Calibri"/>
                <a:ea typeface="Calibri"/>
                <a:cs typeface="Calibri"/>
                <a:sym typeface="Calibri"/>
              </a:rPr>
              <a:t>‹#›</a:t>
            </a:fld>
            <a:endParaRPr sz="1200">
              <a:solidFill>
                <a:schemeClr val="accent5"/>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3"/>
          <p:cNvSpPr txBox="1"/>
          <p:nvPr>
            <p:ph type="title"/>
          </p:nvPr>
        </p:nvSpPr>
        <p:spPr>
          <a:xfrm>
            <a:off x="548640" y="384048"/>
            <a:ext cx="11091672" cy="73152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400"/>
              <a:buFont typeface="Cambria"/>
              <a:buNone/>
            </a:pPr>
            <a:r>
              <a:rPr b="1" lang="en-US" sz="3400">
                <a:solidFill>
                  <a:schemeClr val="dk1"/>
                </a:solidFill>
              </a:rPr>
              <a:t>¿Qué es SEO?</a:t>
            </a:r>
            <a:endParaRPr sz="3400"/>
          </a:p>
        </p:txBody>
      </p:sp>
      <p:pic>
        <p:nvPicPr>
          <p:cNvPr descr="preencoded.png" id="94" name="Google Shape;94;p3"/>
          <p:cNvPicPr preferRelativeResize="0"/>
          <p:nvPr/>
        </p:nvPicPr>
        <p:blipFill rotWithShape="1">
          <a:blip r:embed="rId3">
            <a:alphaModFix/>
          </a:blip>
          <a:srcRect b="0" l="0" r="0" t="0"/>
          <a:stretch/>
        </p:blipFill>
        <p:spPr>
          <a:xfrm>
            <a:off x="791139" y="5783763"/>
            <a:ext cx="228234" cy="228234"/>
          </a:xfrm>
          <a:prstGeom prst="rect">
            <a:avLst/>
          </a:prstGeom>
          <a:noFill/>
          <a:ln>
            <a:noFill/>
          </a:ln>
        </p:spPr>
      </p:pic>
      <p:sp>
        <p:nvSpPr>
          <p:cNvPr id="95" name="Google Shape;95;p3"/>
          <p:cNvSpPr txBox="1"/>
          <p:nvPr>
            <p:ph idx="4294967295" type="sldNum"/>
          </p:nvPr>
        </p:nvSpPr>
        <p:spPr>
          <a:xfrm>
            <a:off x="11183112" y="6382512"/>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fld id="{00000000-1234-1234-1234-123412341234}" type="slidenum">
              <a:rPr b="0" lang="en-US" sz="1200">
                <a:solidFill>
                  <a:schemeClr val="accent5"/>
                </a:solidFill>
                <a:latin typeface="Calibri"/>
                <a:ea typeface="Calibri"/>
                <a:cs typeface="Calibri"/>
                <a:sym typeface="Calibri"/>
              </a:rPr>
              <a:t>‹#›</a:t>
            </a:fld>
            <a:endParaRPr sz="1200">
              <a:solidFill>
                <a:schemeClr val="accent5"/>
              </a:solidFill>
              <a:latin typeface="Calibri"/>
              <a:ea typeface="Calibri"/>
              <a:cs typeface="Calibri"/>
              <a:sym typeface="Calibri"/>
            </a:endParaRPr>
          </a:p>
        </p:txBody>
      </p:sp>
      <p:sp>
        <p:nvSpPr>
          <p:cNvPr id="96" name="Google Shape;96;p3"/>
          <p:cNvSpPr/>
          <p:nvPr/>
        </p:nvSpPr>
        <p:spPr>
          <a:xfrm>
            <a:off x="5486400" y="384049"/>
            <a:ext cx="6153911" cy="5852850"/>
          </a:xfrm>
          <a:prstGeom prst="roundRect">
            <a:avLst>
              <a:gd fmla="val 9167" name="adj"/>
            </a:avLst>
          </a:prstGeom>
          <a:solidFill>
            <a:schemeClr val="lt1"/>
          </a:solidFill>
          <a:ln cap="flat" cmpd="sng" w="12700">
            <a:solidFill>
              <a:schemeClr val="lt2"/>
            </a:solidFill>
            <a:prstDash val="solid"/>
            <a:round/>
            <a:headEnd len="sm" w="sm" type="none"/>
            <a:tailEnd len="sm" w="sm" type="none"/>
          </a:ln>
          <a:effectLst>
            <a:outerShdw blurRad="101600" rotWithShape="0" algn="bl" dir="5400000" dist="25400">
              <a:srgbClr val="1B2A41">
                <a:alpha val="12157"/>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97" name="Google Shape;97;p3"/>
          <p:cNvPicPr preferRelativeResize="0"/>
          <p:nvPr/>
        </p:nvPicPr>
        <p:blipFill rotWithShape="1">
          <a:blip r:embed="rId4">
            <a:alphaModFix/>
          </a:blip>
          <a:srcRect b="0" l="0" r="0" t="0"/>
          <a:stretch/>
        </p:blipFill>
        <p:spPr>
          <a:xfrm>
            <a:off x="6181026" y="398121"/>
            <a:ext cx="4764657" cy="5072958"/>
          </a:xfrm>
          <a:prstGeom prst="rect">
            <a:avLst/>
          </a:prstGeom>
          <a:noFill/>
          <a:ln>
            <a:noFill/>
          </a:ln>
        </p:spPr>
      </p:pic>
      <p:pic>
        <p:nvPicPr>
          <p:cNvPr id="98" name="Google Shape;98;p3"/>
          <p:cNvPicPr preferRelativeResize="0"/>
          <p:nvPr/>
        </p:nvPicPr>
        <p:blipFill rotWithShape="1">
          <a:blip r:embed="rId5">
            <a:alphaModFix/>
          </a:blip>
          <a:srcRect b="0" l="0" r="0" t="0"/>
          <a:stretch/>
        </p:blipFill>
        <p:spPr>
          <a:xfrm>
            <a:off x="6960480" y="5562194"/>
            <a:ext cx="2641736" cy="622332"/>
          </a:xfrm>
          <a:prstGeom prst="rect">
            <a:avLst/>
          </a:prstGeom>
          <a:noFill/>
          <a:ln>
            <a:noFill/>
          </a:ln>
        </p:spPr>
      </p:pic>
      <p:sp>
        <p:nvSpPr>
          <p:cNvPr id="99" name="Google Shape;99;p3"/>
          <p:cNvSpPr/>
          <p:nvPr/>
        </p:nvSpPr>
        <p:spPr>
          <a:xfrm>
            <a:off x="935248" y="2734574"/>
            <a:ext cx="3678303" cy="1017917"/>
          </a:xfrm>
          <a:prstGeom prst="roundRect">
            <a:avLst>
              <a:gd fmla="val 7742" name="adj"/>
            </a:avLst>
          </a:prstGeom>
          <a:solidFill>
            <a:schemeClr val="lt2"/>
          </a:solidFill>
          <a:ln cap="flat" cmpd="sng" w="12700">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0" name="Google Shape;100;p3"/>
          <p:cNvSpPr/>
          <p:nvPr/>
        </p:nvSpPr>
        <p:spPr>
          <a:xfrm>
            <a:off x="1163848" y="2990606"/>
            <a:ext cx="658368" cy="658368"/>
          </a:xfrm>
          <a:prstGeom prst="ellipse">
            <a:avLst/>
          </a:prstGeom>
          <a:solidFill>
            <a:schemeClr val="dk1"/>
          </a:solid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01" name="Google Shape;101;p3"/>
          <p:cNvPicPr preferRelativeResize="0"/>
          <p:nvPr/>
        </p:nvPicPr>
        <p:blipFill rotWithShape="1">
          <a:blip r:embed="rId6">
            <a:alphaModFix/>
          </a:blip>
          <a:srcRect b="0" l="0" r="0" t="0"/>
          <a:stretch/>
        </p:blipFill>
        <p:spPr>
          <a:xfrm>
            <a:off x="1321856" y="3148614"/>
            <a:ext cx="342351" cy="342351"/>
          </a:xfrm>
          <a:prstGeom prst="rect">
            <a:avLst/>
          </a:prstGeom>
          <a:noFill/>
          <a:ln>
            <a:noFill/>
          </a:ln>
        </p:spPr>
      </p:pic>
      <p:sp>
        <p:nvSpPr>
          <p:cNvPr id="102" name="Google Shape;102;p3"/>
          <p:cNvSpPr txBox="1"/>
          <p:nvPr/>
        </p:nvSpPr>
        <p:spPr>
          <a:xfrm>
            <a:off x="2078248" y="2899166"/>
            <a:ext cx="230239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Unidad de éxito</a:t>
            </a:r>
            <a:endParaRPr sz="2200">
              <a:solidFill>
                <a:schemeClr val="dk1"/>
              </a:solidFill>
              <a:latin typeface="Calibri"/>
              <a:ea typeface="Calibri"/>
              <a:cs typeface="Calibri"/>
              <a:sym typeface="Calibri"/>
            </a:endParaRPr>
          </a:p>
        </p:txBody>
      </p:sp>
      <p:sp>
        <p:nvSpPr>
          <p:cNvPr id="103" name="Google Shape;103;p3"/>
          <p:cNvSpPr txBox="1"/>
          <p:nvPr/>
        </p:nvSpPr>
        <p:spPr>
          <a:xfrm>
            <a:off x="2078248" y="3283214"/>
            <a:ext cx="2466292" cy="46927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Rankear alto en el SERP</a:t>
            </a:r>
            <a:endParaRPr sz="17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4"/>
          <p:cNvSpPr txBox="1"/>
          <p:nvPr>
            <p:ph type="title"/>
          </p:nvPr>
        </p:nvSpPr>
        <p:spPr>
          <a:xfrm>
            <a:off x="548640" y="384048"/>
            <a:ext cx="11091672" cy="73152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400"/>
              <a:buFont typeface="Cambria"/>
              <a:buNone/>
            </a:pPr>
            <a:r>
              <a:rPr b="1" lang="en-US" sz="3400">
                <a:solidFill>
                  <a:schemeClr val="dk1"/>
                </a:solidFill>
              </a:rPr>
              <a:t>¿Qué es GEO?</a:t>
            </a:r>
            <a:endParaRPr sz="3400"/>
          </a:p>
        </p:txBody>
      </p:sp>
      <p:sp>
        <p:nvSpPr>
          <p:cNvPr id="110" name="Google Shape;110;p4"/>
          <p:cNvSpPr txBox="1"/>
          <p:nvPr>
            <p:ph idx="1" type="body"/>
          </p:nvPr>
        </p:nvSpPr>
        <p:spPr>
          <a:xfrm>
            <a:off x="548640" y="1097280"/>
            <a:ext cx="11091672" cy="384048"/>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accent5"/>
              </a:buClr>
              <a:buSzPts val="1800"/>
              <a:buNone/>
            </a:pPr>
            <a:r>
              <a:rPr lang="en-US" sz="1800">
                <a:solidFill>
                  <a:schemeClr val="accent5"/>
                </a:solidFill>
              </a:rPr>
              <a:t>Optimización para motores de búsqueda generativa (GEO): </a:t>
            </a:r>
            <a:r>
              <a:rPr lang="en-US"/>
              <a:t>se </a:t>
            </a:r>
            <a:r>
              <a:rPr lang="en-US" sz="1800">
                <a:solidFill>
                  <a:schemeClr val="accent5"/>
                </a:solidFill>
              </a:rPr>
              <a:t>busca que un contenido sea citado en la respuesta</a:t>
            </a:r>
            <a:endParaRPr sz="1800"/>
          </a:p>
        </p:txBody>
      </p:sp>
      <p:sp>
        <p:nvSpPr>
          <p:cNvPr id="111" name="Google Shape;111;p4"/>
          <p:cNvSpPr/>
          <p:nvPr/>
        </p:nvSpPr>
        <p:spPr>
          <a:xfrm>
            <a:off x="548640" y="1783080"/>
            <a:ext cx="685800" cy="685800"/>
          </a:xfrm>
          <a:prstGeom prst="ellipse">
            <a:avLst/>
          </a:prstGeom>
          <a:solidFill>
            <a:schemeClr val="accent2"/>
          </a:solidFill>
          <a:ln cap="flat" cmpd="sng" w="12700">
            <a:solidFill>
              <a:schemeClr val="accen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12" name="Google Shape;112;p4"/>
          <p:cNvPicPr preferRelativeResize="0"/>
          <p:nvPr/>
        </p:nvPicPr>
        <p:blipFill rotWithShape="1">
          <a:blip r:embed="rId3">
            <a:alphaModFix/>
          </a:blip>
          <a:srcRect b="0" l="0" r="0" t="0"/>
          <a:stretch/>
        </p:blipFill>
        <p:spPr>
          <a:xfrm>
            <a:off x="713232" y="1947672"/>
            <a:ext cx="356616" cy="356616"/>
          </a:xfrm>
          <a:prstGeom prst="rect">
            <a:avLst/>
          </a:prstGeom>
          <a:noFill/>
          <a:ln>
            <a:noFill/>
          </a:ln>
        </p:spPr>
      </p:pic>
      <p:sp>
        <p:nvSpPr>
          <p:cNvPr id="113" name="Google Shape;113;p4"/>
          <p:cNvSpPr txBox="1"/>
          <p:nvPr/>
        </p:nvSpPr>
        <p:spPr>
          <a:xfrm>
            <a:off x="1463040" y="1764792"/>
            <a:ext cx="34290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2100"/>
              <a:buFont typeface="Calibri"/>
              <a:buNone/>
            </a:pPr>
            <a:r>
              <a:rPr b="1" lang="en-US" sz="2100">
                <a:solidFill>
                  <a:schemeClr val="dk1"/>
                </a:solidFill>
                <a:latin typeface="Calibri"/>
                <a:ea typeface="Calibri"/>
                <a:cs typeface="Calibri"/>
                <a:sym typeface="Calibri"/>
              </a:rPr>
              <a:t>Pregunta</a:t>
            </a:r>
            <a:endParaRPr sz="2100">
              <a:solidFill>
                <a:schemeClr val="dk1"/>
              </a:solidFill>
              <a:latin typeface="Calibri"/>
              <a:ea typeface="Calibri"/>
              <a:cs typeface="Calibri"/>
              <a:sym typeface="Calibri"/>
            </a:endParaRPr>
          </a:p>
        </p:txBody>
      </p:sp>
      <p:sp>
        <p:nvSpPr>
          <p:cNvPr id="114" name="Google Shape;114;p4"/>
          <p:cNvSpPr txBox="1"/>
          <p:nvPr/>
        </p:nvSpPr>
        <p:spPr>
          <a:xfrm>
            <a:off x="1463040" y="2167128"/>
            <a:ext cx="342900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700"/>
              <a:buFont typeface="Calibri"/>
              <a:buNone/>
            </a:pPr>
            <a:r>
              <a:rPr lang="en-US" sz="1700">
                <a:solidFill>
                  <a:schemeClr val="accent5"/>
                </a:solidFill>
                <a:latin typeface="Calibri"/>
                <a:ea typeface="Calibri"/>
                <a:cs typeface="Calibri"/>
                <a:sym typeface="Calibri"/>
              </a:rPr>
              <a:t>El lector consulta en lenguaje natural.</a:t>
            </a:r>
            <a:endParaRPr sz="1700">
              <a:solidFill>
                <a:schemeClr val="dk1"/>
              </a:solidFill>
              <a:latin typeface="Calibri"/>
              <a:ea typeface="Calibri"/>
              <a:cs typeface="Calibri"/>
              <a:sym typeface="Calibri"/>
            </a:endParaRPr>
          </a:p>
        </p:txBody>
      </p:sp>
      <p:cxnSp>
        <p:nvCxnSpPr>
          <p:cNvPr id="115" name="Google Shape;115;p4"/>
          <p:cNvCxnSpPr/>
          <p:nvPr/>
        </p:nvCxnSpPr>
        <p:spPr>
          <a:xfrm>
            <a:off x="891540" y="2532888"/>
            <a:ext cx="0" cy="457200"/>
          </a:xfrm>
          <a:prstGeom prst="straightConnector1">
            <a:avLst/>
          </a:prstGeom>
          <a:noFill/>
          <a:ln cap="flat" cmpd="sng" w="25400">
            <a:solidFill>
              <a:schemeClr val="accent2"/>
            </a:solidFill>
            <a:prstDash val="solid"/>
            <a:round/>
            <a:headEnd len="sm" w="sm" type="none"/>
            <a:tailEnd len="med" w="med" type="triangle"/>
          </a:ln>
        </p:spPr>
      </p:cxnSp>
      <p:sp>
        <p:nvSpPr>
          <p:cNvPr id="116" name="Google Shape;116;p4"/>
          <p:cNvSpPr/>
          <p:nvPr/>
        </p:nvSpPr>
        <p:spPr>
          <a:xfrm>
            <a:off x="548640" y="3044952"/>
            <a:ext cx="685800" cy="685800"/>
          </a:xfrm>
          <a:prstGeom prst="ellipse">
            <a:avLst/>
          </a:prstGeom>
          <a:solidFill>
            <a:schemeClr val="accent2"/>
          </a:solidFill>
          <a:ln cap="flat" cmpd="sng" w="12700">
            <a:solidFill>
              <a:schemeClr val="accen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17" name="Google Shape;117;p4"/>
          <p:cNvPicPr preferRelativeResize="0"/>
          <p:nvPr/>
        </p:nvPicPr>
        <p:blipFill rotWithShape="1">
          <a:blip r:embed="rId4">
            <a:alphaModFix/>
          </a:blip>
          <a:srcRect b="0" l="0" r="0" t="0"/>
          <a:stretch/>
        </p:blipFill>
        <p:spPr>
          <a:xfrm>
            <a:off x="713232" y="3209544"/>
            <a:ext cx="356616" cy="356616"/>
          </a:xfrm>
          <a:prstGeom prst="rect">
            <a:avLst/>
          </a:prstGeom>
          <a:noFill/>
          <a:ln>
            <a:noFill/>
          </a:ln>
        </p:spPr>
      </p:pic>
      <p:sp>
        <p:nvSpPr>
          <p:cNvPr id="118" name="Google Shape;118;p4"/>
          <p:cNvSpPr txBox="1"/>
          <p:nvPr/>
        </p:nvSpPr>
        <p:spPr>
          <a:xfrm>
            <a:off x="1463040" y="3026664"/>
            <a:ext cx="34290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2100"/>
              <a:buFont typeface="Calibri"/>
              <a:buNone/>
            </a:pPr>
            <a:r>
              <a:rPr b="1" lang="en-US" sz="2100">
                <a:solidFill>
                  <a:schemeClr val="dk1"/>
                </a:solidFill>
                <a:latin typeface="Calibri"/>
                <a:ea typeface="Calibri"/>
                <a:cs typeface="Calibri"/>
                <a:sym typeface="Calibri"/>
              </a:rPr>
              <a:t>Búsqueda web</a:t>
            </a:r>
            <a:endParaRPr sz="2100">
              <a:solidFill>
                <a:schemeClr val="dk1"/>
              </a:solidFill>
              <a:latin typeface="Calibri"/>
              <a:ea typeface="Calibri"/>
              <a:cs typeface="Calibri"/>
              <a:sym typeface="Calibri"/>
            </a:endParaRPr>
          </a:p>
        </p:txBody>
      </p:sp>
      <p:sp>
        <p:nvSpPr>
          <p:cNvPr id="119" name="Google Shape;119;p4"/>
          <p:cNvSpPr txBox="1"/>
          <p:nvPr/>
        </p:nvSpPr>
        <p:spPr>
          <a:xfrm>
            <a:off x="1463040" y="3429000"/>
            <a:ext cx="342900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700"/>
              <a:buFont typeface="Calibri"/>
              <a:buNone/>
            </a:pPr>
            <a:r>
              <a:rPr lang="en-US" sz="1700">
                <a:solidFill>
                  <a:schemeClr val="accent5"/>
                </a:solidFill>
                <a:latin typeface="Calibri"/>
                <a:ea typeface="Calibri"/>
                <a:cs typeface="Calibri"/>
                <a:sym typeface="Calibri"/>
              </a:rPr>
              <a:t>El motor reformula la consulta y realiza múltiples búsquedas web en paralelo.</a:t>
            </a:r>
            <a:endParaRPr sz="1700">
              <a:solidFill>
                <a:schemeClr val="dk1"/>
              </a:solidFill>
              <a:latin typeface="Calibri"/>
              <a:ea typeface="Calibri"/>
              <a:cs typeface="Calibri"/>
              <a:sym typeface="Calibri"/>
            </a:endParaRPr>
          </a:p>
        </p:txBody>
      </p:sp>
      <p:cxnSp>
        <p:nvCxnSpPr>
          <p:cNvPr id="120" name="Google Shape;120;p4"/>
          <p:cNvCxnSpPr/>
          <p:nvPr/>
        </p:nvCxnSpPr>
        <p:spPr>
          <a:xfrm>
            <a:off x="891540" y="3794760"/>
            <a:ext cx="0" cy="457200"/>
          </a:xfrm>
          <a:prstGeom prst="straightConnector1">
            <a:avLst/>
          </a:prstGeom>
          <a:noFill/>
          <a:ln cap="flat" cmpd="sng" w="25400">
            <a:solidFill>
              <a:schemeClr val="accent2"/>
            </a:solidFill>
            <a:prstDash val="solid"/>
            <a:round/>
            <a:headEnd len="sm" w="sm" type="none"/>
            <a:tailEnd len="med" w="med" type="triangle"/>
          </a:ln>
        </p:spPr>
      </p:cxnSp>
      <p:sp>
        <p:nvSpPr>
          <p:cNvPr id="121" name="Google Shape;121;p4"/>
          <p:cNvSpPr/>
          <p:nvPr/>
        </p:nvSpPr>
        <p:spPr>
          <a:xfrm>
            <a:off x="548640" y="4306824"/>
            <a:ext cx="685800" cy="685800"/>
          </a:xfrm>
          <a:prstGeom prst="ellipse">
            <a:avLst/>
          </a:prstGeom>
          <a:solidFill>
            <a:schemeClr val="accent2"/>
          </a:solidFill>
          <a:ln cap="flat" cmpd="sng" w="12700">
            <a:solidFill>
              <a:schemeClr val="accen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22" name="Google Shape;122;p4"/>
          <p:cNvPicPr preferRelativeResize="0"/>
          <p:nvPr/>
        </p:nvPicPr>
        <p:blipFill rotWithShape="1">
          <a:blip r:embed="rId5">
            <a:alphaModFix/>
          </a:blip>
          <a:srcRect b="0" l="0" r="0" t="0"/>
          <a:stretch/>
        </p:blipFill>
        <p:spPr>
          <a:xfrm>
            <a:off x="713232" y="4471416"/>
            <a:ext cx="356616" cy="356616"/>
          </a:xfrm>
          <a:prstGeom prst="rect">
            <a:avLst/>
          </a:prstGeom>
          <a:noFill/>
          <a:ln>
            <a:noFill/>
          </a:ln>
        </p:spPr>
      </p:pic>
      <p:sp>
        <p:nvSpPr>
          <p:cNvPr id="123" name="Google Shape;123;p4"/>
          <p:cNvSpPr txBox="1"/>
          <p:nvPr/>
        </p:nvSpPr>
        <p:spPr>
          <a:xfrm>
            <a:off x="1463040" y="4288536"/>
            <a:ext cx="34290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2100"/>
              <a:buFont typeface="Calibri"/>
              <a:buNone/>
            </a:pPr>
            <a:r>
              <a:rPr b="1" lang="en-US" sz="2100">
                <a:solidFill>
                  <a:schemeClr val="dk1"/>
                </a:solidFill>
                <a:latin typeface="Calibri"/>
                <a:ea typeface="Calibri"/>
                <a:cs typeface="Calibri"/>
                <a:sym typeface="Calibri"/>
              </a:rPr>
              <a:t>Respuesta con citas</a:t>
            </a:r>
            <a:endParaRPr sz="2100">
              <a:solidFill>
                <a:schemeClr val="dk1"/>
              </a:solidFill>
              <a:latin typeface="Calibri"/>
              <a:ea typeface="Calibri"/>
              <a:cs typeface="Calibri"/>
              <a:sym typeface="Calibri"/>
            </a:endParaRPr>
          </a:p>
        </p:txBody>
      </p:sp>
      <p:sp>
        <p:nvSpPr>
          <p:cNvPr id="124" name="Google Shape;124;p4"/>
          <p:cNvSpPr txBox="1"/>
          <p:nvPr/>
        </p:nvSpPr>
        <p:spPr>
          <a:xfrm>
            <a:off x="1463040" y="4690872"/>
            <a:ext cx="342900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700"/>
              <a:buFont typeface="Calibri"/>
              <a:buNone/>
            </a:pPr>
            <a:r>
              <a:rPr lang="en-US" sz="1700">
                <a:solidFill>
                  <a:schemeClr val="accent5"/>
                </a:solidFill>
                <a:latin typeface="Calibri"/>
                <a:ea typeface="Calibri"/>
                <a:cs typeface="Calibri"/>
                <a:sym typeface="Calibri"/>
              </a:rPr>
              <a:t>Un LLM sintetiza la información y cita las fuentes en su respuesta.</a:t>
            </a:r>
            <a:endParaRPr sz="1700">
              <a:solidFill>
                <a:schemeClr val="dk1"/>
              </a:solidFill>
              <a:latin typeface="Calibri"/>
              <a:ea typeface="Calibri"/>
              <a:cs typeface="Calibri"/>
              <a:sym typeface="Calibri"/>
            </a:endParaRPr>
          </a:p>
        </p:txBody>
      </p:sp>
      <p:sp>
        <p:nvSpPr>
          <p:cNvPr id="125" name="Google Shape;125;p4"/>
          <p:cNvSpPr/>
          <p:nvPr/>
        </p:nvSpPr>
        <p:spPr>
          <a:xfrm>
            <a:off x="5257800" y="1691640"/>
            <a:ext cx="6382512" cy="3749040"/>
          </a:xfrm>
          <a:prstGeom prst="roundRect">
            <a:avLst>
              <a:gd fmla="val 3415" name="adj"/>
            </a:avLst>
          </a:prstGeom>
          <a:solidFill>
            <a:schemeClr val="lt1"/>
          </a:solidFill>
          <a:ln cap="flat" cmpd="sng" w="12700">
            <a:solidFill>
              <a:schemeClr val="lt2"/>
            </a:solidFill>
            <a:prstDash val="solid"/>
            <a:round/>
            <a:headEnd len="sm" w="sm" type="none"/>
            <a:tailEnd len="sm" w="sm" type="none"/>
          </a:ln>
          <a:effectLst>
            <a:outerShdw blurRad="101600" rotWithShape="0" algn="bl" dir="5400000" dist="25400">
              <a:srgbClr val="1B2A41">
                <a:alpha val="12157"/>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6" name="Google Shape;126;p4"/>
          <p:cNvSpPr/>
          <p:nvPr/>
        </p:nvSpPr>
        <p:spPr>
          <a:xfrm>
            <a:off x="7086600" y="1874520"/>
            <a:ext cx="4279392" cy="457200"/>
          </a:xfrm>
          <a:prstGeom prst="roundRect">
            <a:avLst>
              <a:gd fmla="val 50000" name="adj"/>
            </a:avLst>
          </a:prstGeom>
          <a:solidFill>
            <a:schemeClr val="lt2"/>
          </a:solidFill>
          <a:ln cap="flat" cmpd="sng" w="12700">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7" name="Google Shape;127;p4"/>
          <p:cNvSpPr txBox="1"/>
          <p:nvPr/>
        </p:nvSpPr>
        <p:spPr>
          <a:xfrm>
            <a:off x="7269480" y="1874520"/>
            <a:ext cx="40233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400"/>
              <a:buFont typeface="Calibri"/>
              <a:buNone/>
            </a:pPr>
            <a:r>
              <a:rPr i="1" lang="en-US" sz="1400">
                <a:solidFill>
                  <a:schemeClr val="dk1"/>
                </a:solidFill>
                <a:latin typeface="Calibri"/>
                <a:ea typeface="Calibri"/>
                <a:cs typeface="Calibri"/>
                <a:sym typeface="Calibri"/>
              </a:rPr>
              <a:t>¿Qué novela romántica argentina me recomendás?</a:t>
            </a:r>
            <a:endParaRPr sz="1400">
              <a:solidFill>
                <a:schemeClr val="dk1"/>
              </a:solidFill>
              <a:latin typeface="Calibri"/>
              <a:ea typeface="Calibri"/>
              <a:cs typeface="Calibri"/>
              <a:sym typeface="Calibri"/>
            </a:endParaRPr>
          </a:p>
        </p:txBody>
      </p:sp>
      <p:pic>
        <p:nvPicPr>
          <p:cNvPr descr="preencoded.png" id="128" name="Google Shape;128;p4"/>
          <p:cNvPicPr preferRelativeResize="0"/>
          <p:nvPr/>
        </p:nvPicPr>
        <p:blipFill rotWithShape="1">
          <a:blip r:embed="rId6">
            <a:alphaModFix/>
          </a:blip>
          <a:srcRect b="0" l="0" r="0" t="0"/>
          <a:stretch/>
        </p:blipFill>
        <p:spPr>
          <a:xfrm>
            <a:off x="5532120" y="2487168"/>
            <a:ext cx="219456" cy="219456"/>
          </a:xfrm>
          <a:prstGeom prst="rect">
            <a:avLst/>
          </a:prstGeom>
          <a:noFill/>
          <a:ln>
            <a:noFill/>
          </a:ln>
        </p:spPr>
      </p:pic>
      <p:sp>
        <p:nvSpPr>
          <p:cNvPr id="129" name="Google Shape;129;p4"/>
          <p:cNvSpPr txBox="1"/>
          <p:nvPr/>
        </p:nvSpPr>
        <p:spPr>
          <a:xfrm>
            <a:off x="5852160" y="2450592"/>
            <a:ext cx="27432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5"/>
              </a:buClr>
              <a:buSzPts val="1300"/>
              <a:buFont typeface="Calibri"/>
              <a:buNone/>
            </a:pPr>
            <a:r>
              <a:rPr b="1" lang="en-US" sz="1300">
                <a:solidFill>
                  <a:schemeClr val="accent5"/>
                </a:solidFill>
                <a:latin typeface="Calibri"/>
                <a:ea typeface="Calibri"/>
                <a:cs typeface="Calibri"/>
                <a:sym typeface="Calibri"/>
              </a:rPr>
              <a:t>Búsquedas en la web</a:t>
            </a:r>
            <a:endParaRPr sz="1300">
              <a:solidFill>
                <a:schemeClr val="dk1"/>
              </a:solidFill>
              <a:latin typeface="Calibri"/>
              <a:ea typeface="Calibri"/>
              <a:cs typeface="Calibri"/>
              <a:sym typeface="Calibri"/>
            </a:endParaRPr>
          </a:p>
        </p:txBody>
      </p:sp>
      <p:sp>
        <p:nvSpPr>
          <p:cNvPr id="130" name="Google Shape;130;p4"/>
          <p:cNvSpPr/>
          <p:nvPr/>
        </p:nvSpPr>
        <p:spPr>
          <a:xfrm>
            <a:off x="5532120" y="2779776"/>
            <a:ext cx="2240280" cy="329184"/>
          </a:xfrm>
          <a:prstGeom prst="roundRect">
            <a:avLst>
              <a:gd fmla="val 50000" name="adj"/>
            </a:avLst>
          </a:prstGeom>
          <a:solidFill>
            <a:schemeClr val="lt1"/>
          </a:solidFill>
          <a:ln cap="flat" cmpd="sng" w="12700">
            <a:solidFill>
              <a:schemeClr val="accen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1" name="Google Shape;131;p4"/>
          <p:cNvSpPr txBox="1"/>
          <p:nvPr/>
        </p:nvSpPr>
        <p:spPr>
          <a:xfrm>
            <a:off x="5532120" y="2779776"/>
            <a:ext cx="224028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novela romántica argentina</a:t>
            </a:r>
            <a:endParaRPr sz="1200">
              <a:solidFill>
                <a:schemeClr val="dk1"/>
              </a:solidFill>
              <a:latin typeface="Calibri"/>
              <a:ea typeface="Calibri"/>
              <a:cs typeface="Calibri"/>
              <a:sym typeface="Calibri"/>
            </a:endParaRPr>
          </a:p>
        </p:txBody>
      </p:sp>
      <p:sp>
        <p:nvSpPr>
          <p:cNvPr id="132" name="Google Shape;132;p4"/>
          <p:cNvSpPr/>
          <p:nvPr/>
        </p:nvSpPr>
        <p:spPr>
          <a:xfrm>
            <a:off x="7936992" y="2779776"/>
            <a:ext cx="1600200" cy="329184"/>
          </a:xfrm>
          <a:prstGeom prst="roundRect">
            <a:avLst>
              <a:gd fmla="val 50000" name="adj"/>
            </a:avLst>
          </a:prstGeom>
          <a:solidFill>
            <a:schemeClr val="lt1"/>
          </a:solidFill>
          <a:ln cap="flat" cmpd="sng" w="12700">
            <a:solidFill>
              <a:schemeClr val="accen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3" name="Google Shape;133;p4"/>
          <p:cNvSpPr txBox="1"/>
          <p:nvPr/>
        </p:nvSpPr>
        <p:spPr>
          <a:xfrm>
            <a:off x="7936992" y="2779776"/>
            <a:ext cx="160020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autoras argentinas</a:t>
            </a:r>
            <a:endParaRPr sz="1200">
              <a:solidFill>
                <a:schemeClr val="dk1"/>
              </a:solidFill>
              <a:latin typeface="Calibri"/>
              <a:ea typeface="Calibri"/>
              <a:cs typeface="Calibri"/>
              <a:sym typeface="Calibri"/>
            </a:endParaRPr>
          </a:p>
        </p:txBody>
      </p:sp>
      <p:sp>
        <p:nvSpPr>
          <p:cNvPr id="134" name="Google Shape;134;p4"/>
          <p:cNvSpPr/>
          <p:nvPr/>
        </p:nvSpPr>
        <p:spPr>
          <a:xfrm>
            <a:off x="9701784" y="2779776"/>
            <a:ext cx="1325880" cy="329184"/>
          </a:xfrm>
          <a:prstGeom prst="roundRect">
            <a:avLst>
              <a:gd fmla="val 50000" name="adj"/>
            </a:avLst>
          </a:prstGeom>
          <a:solidFill>
            <a:schemeClr val="lt1"/>
          </a:solidFill>
          <a:ln cap="flat" cmpd="sng" w="12700">
            <a:solidFill>
              <a:schemeClr val="accen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5" name="Google Shape;135;p4"/>
          <p:cNvSpPr txBox="1"/>
          <p:nvPr/>
        </p:nvSpPr>
        <p:spPr>
          <a:xfrm>
            <a:off x="9701784" y="2779776"/>
            <a:ext cx="132588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romance actual</a:t>
            </a:r>
            <a:endParaRPr sz="1200">
              <a:solidFill>
                <a:schemeClr val="dk1"/>
              </a:solidFill>
              <a:latin typeface="Calibri"/>
              <a:ea typeface="Calibri"/>
              <a:cs typeface="Calibri"/>
              <a:sym typeface="Calibri"/>
            </a:endParaRPr>
          </a:p>
        </p:txBody>
      </p:sp>
      <p:pic>
        <p:nvPicPr>
          <p:cNvPr descr="preencoded.png" id="136" name="Google Shape;136;p4"/>
          <p:cNvPicPr preferRelativeResize="0"/>
          <p:nvPr/>
        </p:nvPicPr>
        <p:blipFill rotWithShape="1">
          <a:blip r:embed="rId7">
            <a:alphaModFix/>
          </a:blip>
          <a:srcRect b="0" l="0" r="0" t="0"/>
          <a:stretch/>
        </p:blipFill>
        <p:spPr>
          <a:xfrm>
            <a:off x="5532120" y="3291840"/>
            <a:ext cx="219456" cy="219456"/>
          </a:xfrm>
          <a:prstGeom prst="rect">
            <a:avLst/>
          </a:prstGeom>
          <a:noFill/>
          <a:ln>
            <a:noFill/>
          </a:ln>
        </p:spPr>
      </p:pic>
      <p:sp>
        <p:nvSpPr>
          <p:cNvPr id="137" name="Google Shape;137;p4"/>
          <p:cNvSpPr txBox="1"/>
          <p:nvPr/>
        </p:nvSpPr>
        <p:spPr>
          <a:xfrm>
            <a:off x="5852160" y="3255264"/>
            <a:ext cx="27432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5"/>
              </a:buClr>
              <a:buSzPts val="1300"/>
              <a:buFont typeface="Calibri"/>
              <a:buNone/>
            </a:pPr>
            <a:r>
              <a:rPr b="1" lang="en-US" sz="1300">
                <a:solidFill>
                  <a:schemeClr val="accent5"/>
                </a:solidFill>
                <a:latin typeface="Calibri"/>
                <a:ea typeface="Calibri"/>
                <a:cs typeface="Calibri"/>
                <a:sym typeface="Calibri"/>
              </a:rPr>
              <a:t>Respuesta generada</a:t>
            </a:r>
            <a:endParaRPr sz="1300">
              <a:solidFill>
                <a:schemeClr val="dk1"/>
              </a:solidFill>
              <a:latin typeface="Calibri"/>
              <a:ea typeface="Calibri"/>
              <a:cs typeface="Calibri"/>
              <a:sym typeface="Calibri"/>
            </a:endParaRPr>
          </a:p>
        </p:txBody>
      </p:sp>
      <p:sp>
        <p:nvSpPr>
          <p:cNvPr id="138" name="Google Shape;138;p4"/>
          <p:cNvSpPr/>
          <p:nvPr/>
        </p:nvSpPr>
        <p:spPr>
          <a:xfrm>
            <a:off x="5532120" y="3657600"/>
            <a:ext cx="4754880" cy="118872"/>
          </a:xfrm>
          <a:prstGeom prst="roundRect">
            <a:avLst>
              <a:gd fmla="val 50000" name="adj"/>
            </a:avLst>
          </a:prstGeom>
          <a:solidFill>
            <a:schemeClr val="accent5">
              <a:alpha val="27843"/>
            </a:schemeClr>
          </a:solidFill>
          <a:ln cap="flat" cmpd="sng" w="12700">
            <a:solidFill>
              <a:schemeClr val="accent5">
                <a:alpha val="27843"/>
              </a:scheme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9" name="Google Shape;139;p4"/>
          <p:cNvSpPr/>
          <p:nvPr/>
        </p:nvSpPr>
        <p:spPr>
          <a:xfrm>
            <a:off x="10360152" y="3589020"/>
            <a:ext cx="256032" cy="256032"/>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0" name="Google Shape;140;p4"/>
          <p:cNvSpPr txBox="1"/>
          <p:nvPr/>
        </p:nvSpPr>
        <p:spPr>
          <a:xfrm>
            <a:off x="10360152" y="3589020"/>
            <a:ext cx="256032"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000"/>
              <a:buFont typeface="Calibri"/>
              <a:buNone/>
            </a:pPr>
            <a:r>
              <a:rPr b="1" lang="en-US" sz="1000">
                <a:solidFill>
                  <a:schemeClr val="lt1"/>
                </a:solidFill>
                <a:latin typeface="Calibri"/>
                <a:ea typeface="Calibri"/>
                <a:cs typeface="Calibri"/>
                <a:sym typeface="Calibri"/>
              </a:rPr>
              <a:t>1</a:t>
            </a:r>
            <a:endParaRPr sz="1000">
              <a:solidFill>
                <a:schemeClr val="dk1"/>
              </a:solidFill>
              <a:latin typeface="Calibri"/>
              <a:ea typeface="Calibri"/>
              <a:cs typeface="Calibri"/>
              <a:sym typeface="Calibri"/>
            </a:endParaRPr>
          </a:p>
        </p:txBody>
      </p:sp>
      <p:sp>
        <p:nvSpPr>
          <p:cNvPr id="141" name="Google Shape;141;p4"/>
          <p:cNvSpPr/>
          <p:nvPr/>
        </p:nvSpPr>
        <p:spPr>
          <a:xfrm>
            <a:off x="5532120" y="3913632"/>
            <a:ext cx="5212080" cy="118872"/>
          </a:xfrm>
          <a:prstGeom prst="roundRect">
            <a:avLst>
              <a:gd fmla="val 50000" name="adj"/>
            </a:avLst>
          </a:prstGeom>
          <a:solidFill>
            <a:schemeClr val="accent5">
              <a:alpha val="27843"/>
            </a:schemeClr>
          </a:solidFill>
          <a:ln cap="flat" cmpd="sng" w="12700">
            <a:solidFill>
              <a:schemeClr val="accent5">
                <a:alpha val="27843"/>
              </a:scheme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2" name="Google Shape;142;p4"/>
          <p:cNvSpPr/>
          <p:nvPr/>
        </p:nvSpPr>
        <p:spPr>
          <a:xfrm>
            <a:off x="5532120" y="4169664"/>
            <a:ext cx="3749040" cy="118872"/>
          </a:xfrm>
          <a:prstGeom prst="roundRect">
            <a:avLst>
              <a:gd fmla="val 50000" name="adj"/>
            </a:avLst>
          </a:prstGeom>
          <a:solidFill>
            <a:schemeClr val="accent5">
              <a:alpha val="27843"/>
            </a:schemeClr>
          </a:solidFill>
          <a:ln cap="flat" cmpd="sng" w="12700">
            <a:solidFill>
              <a:schemeClr val="accent5">
                <a:alpha val="27843"/>
              </a:scheme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3" name="Google Shape;143;p4"/>
          <p:cNvSpPr/>
          <p:nvPr/>
        </p:nvSpPr>
        <p:spPr>
          <a:xfrm>
            <a:off x="9354312" y="4101084"/>
            <a:ext cx="256032" cy="256032"/>
          </a:xfrm>
          <a:prstGeom prst="ellipse">
            <a:avLst/>
          </a:prstGeom>
          <a:solidFill>
            <a:schemeClr val="accent5"/>
          </a:solidFill>
          <a:ln cap="flat" cmpd="sng" w="12700">
            <a:solidFill>
              <a:schemeClr val="accent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4" name="Google Shape;144;p4"/>
          <p:cNvSpPr txBox="1"/>
          <p:nvPr/>
        </p:nvSpPr>
        <p:spPr>
          <a:xfrm>
            <a:off x="9354312" y="4101084"/>
            <a:ext cx="256032"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000"/>
              <a:buFont typeface="Calibri"/>
              <a:buNone/>
            </a:pPr>
            <a:r>
              <a:rPr b="1" lang="en-US" sz="1000">
                <a:solidFill>
                  <a:schemeClr val="lt1"/>
                </a:solidFill>
                <a:latin typeface="Calibri"/>
                <a:ea typeface="Calibri"/>
                <a:cs typeface="Calibri"/>
                <a:sym typeface="Calibri"/>
              </a:rPr>
              <a:t>2</a:t>
            </a:r>
            <a:endParaRPr sz="1000">
              <a:solidFill>
                <a:schemeClr val="dk1"/>
              </a:solidFill>
              <a:latin typeface="Calibri"/>
              <a:ea typeface="Calibri"/>
              <a:cs typeface="Calibri"/>
              <a:sym typeface="Calibri"/>
            </a:endParaRPr>
          </a:p>
        </p:txBody>
      </p:sp>
      <p:sp>
        <p:nvSpPr>
          <p:cNvPr id="145" name="Google Shape;145;p4"/>
          <p:cNvSpPr txBox="1"/>
          <p:nvPr/>
        </p:nvSpPr>
        <p:spPr>
          <a:xfrm>
            <a:off x="5532120" y="4315968"/>
            <a:ext cx="1828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5"/>
              </a:buClr>
              <a:buSzPts val="1300"/>
              <a:buFont typeface="Calibri"/>
              <a:buNone/>
            </a:pPr>
            <a:r>
              <a:rPr b="1" lang="en-US" sz="1300">
                <a:solidFill>
                  <a:schemeClr val="accent5"/>
                </a:solidFill>
                <a:latin typeface="Calibri"/>
                <a:ea typeface="Calibri"/>
                <a:cs typeface="Calibri"/>
                <a:sym typeface="Calibri"/>
              </a:rPr>
              <a:t>Fuentes</a:t>
            </a:r>
            <a:endParaRPr sz="1300">
              <a:solidFill>
                <a:schemeClr val="dk1"/>
              </a:solidFill>
              <a:latin typeface="Calibri"/>
              <a:ea typeface="Calibri"/>
              <a:cs typeface="Calibri"/>
              <a:sym typeface="Calibri"/>
            </a:endParaRPr>
          </a:p>
        </p:txBody>
      </p:sp>
      <p:sp>
        <p:nvSpPr>
          <p:cNvPr id="146" name="Google Shape;146;p4"/>
          <p:cNvSpPr/>
          <p:nvPr/>
        </p:nvSpPr>
        <p:spPr>
          <a:xfrm>
            <a:off x="5532120" y="4626864"/>
            <a:ext cx="1920240" cy="347472"/>
          </a:xfrm>
          <a:prstGeom prst="roundRect">
            <a:avLst>
              <a:gd fmla="val 50000" name="adj"/>
            </a:avLst>
          </a:prstGeom>
          <a:solidFill>
            <a:schemeClr val="accent1"/>
          </a:solidFill>
          <a:ln cap="flat" cmpd="sng" w="12700">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7" name="Google Shape;147;p4"/>
          <p:cNvSpPr txBox="1"/>
          <p:nvPr/>
        </p:nvSpPr>
        <p:spPr>
          <a:xfrm>
            <a:off x="5532120" y="4626864"/>
            <a:ext cx="192024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200"/>
              <a:buFont typeface="Calibri"/>
              <a:buNone/>
            </a:pPr>
            <a:r>
              <a:rPr b="1" lang="en-US" sz="1200">
                <a:solidFill>
                  <a:schemeClr val="lt1"/>
                </a:solidFill>
                <a:latin typeface="Calibri"/>
                <a:ea typeface="Calibri"/>
                <a:cs typeface="Calibri"/>
                <a:sym typeface="Calibri"/>
              </a:rPr>
              <a:t>1  penguinlibros.com</a:t>
            </a:r>
            <a:endParaRPr sz="1200">
              <a:solidFill>
                <a:schemeClr val="dk1"/>
              </a:solidFill>
              <a:latin typeface="Calibri"/>
              <a:ea typeface="Calibri"/>
              <a:cs typeface="Calibri"/>
              <a:sym typeface="Calibri"/>
            </a:endParaRPr>
          </a:p>
        </p:txBody>
      </p:sp>
      <p:sp>
        <p:nvSpPr>
          <p:cNvPr id="148" name="Google Shape;148;p4"/>
          <p:cNvSpPr/>
          <p:nvPr/>
        </p:nvSpPr>
        <p:spPr>
          <a:xfrm>
            <a:off x="7589520" y="4626864"/>
            <a:ext cx="1783080" cy="347472"/>
          </a:xfrm>
          <a:prstGeom prst="roundRect">
            <a:avLst>
              <a:gd fmla="val 50000" name="adj"/>
            </a:avLst>
          </a:prstGeom>
          <a:solidFill>
            <a:schemeClr val="lt2"/>
          </a:solidFill>
          <a:ln cap="flat" cmpd="sng" w="12700">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9" name="Google Shape;149;p4"/>
          <p:cNvSpPr txBox="1"/>
          <p:nvPr/>
        </p:nvSpPr>
        <p:spPr>
          <a:xfrm>
            <a:off x="7589520" y="4626864"/>
            <a:ext cx="178308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2  sitio de reseñas</a:t>
            </a:r>
            <a:endParaRPr sz="1200">
              <a:solidFill>
                <a:schemeClr val="dk1"/>
              </a:solidFill>
              <a:latin typeface="Calibri"/>
              <a:ea typeface="Calibri"/>
              <a:cs typeface="Calibri"/>
              <a:sym typeface="Calibri"/>
            </a:endParaRPr>
          </a:p>
        </p:txBody>
      </p:sp>
      <p:sp>
        <p:nvSpPr>
          <p:cNvPr id="150" name="Google Shape;150;p4"/>
          <p:cNvSpPr/>
          <p:nvPr/>
        </p:nvSpPr>
        <p:spPr>
          <a:xfrm>
            <a:off x="9509760" y="4626864"/>
            <a:ext cx="1554480" cy="347472"/>
          </a:xfrm>
          <a:prstGeom prst="roundRect">
            <a:avLst>
              <a:gd fmla="val 50000" name="adj"/>
            </a:avLst>
          </a:prstGeom>
          <a:solidFill>
            <a:schemeClr val="lt2"/>
          </a:solidFill>
          <a:ln cap="flat" cmpd="sng" w="12700">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1" name="Google Shape;151;p4"/>
          <p:cNvSpPr txBox="1"/>
          <p:nvPr/>
        </p:nvSpPr>
        <p:spPr>
          <a:xfrm>
            <a:off x="9509760" y="4626864"/>
            <a:ext cx="155448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3  medio digital</a:t>
            </a:r>
            <a:endParaRPr sz="1200">
              <a:solidFill>
                <a:schemeClr val="dk1"/>
              </a:solidFill>
              <a:latin typeface="Calibri"/>
              <a:ea typeface="Calibri"/>
              <a:cs typeface="Calibri"/>
              <a:sym typeface="Calibri"/>
            </a:endParaRPr>
          </a:p>
        </p:txBody>
      </p:sp>
      <p:sp>
        <p:nvSpPr>
          <p:cNvPr id="152" name="Google Shape;152;p4"/>
          <p:cNvSpPr txBox="1"/>
          <p:nvPr/>
        </p:nvSpPr>
        <p:spPr>
          <a:xfrm>
            <a:off x="5532120" y="5029200"/>
            <a:ext cx="583387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5"/>
              </a:buClr>
              <a:buSzPts val="1400"/>
              <a:buFont typeface="Calibri"/>
              <a:buNone/>
            </a:pPr>
            <a:r>
              <a:rPr i="1" lang="en-US" sz="1400">
                <a:solidFill>
                  <a:schemeClr val="accent5"/>
                </a:solidFill>
                <a:latin typeface="Calibri"/>
                <a:ea typeface="Calibri"/>
                <a:cs typeface="Calibri"/>
                <a:sym typeface="Calibri"/>
              </a:rPr>
              <a:t>La cita solo ocurre cuando el motor busca en la web.</a:t>
            </a:r>
            <a:endParaRPr sz="1400">
              <a:solidFill>
                <a:schemeClr val="dk1"/>
              </a:solidFill>
              <a:latin typeface="Calibri"/>
              <a:ea typeface="Calibri"/>
              <a:cs typeface="Calibri"/>
              <a:sym typeface="Calibri"/>
            </a:endParaRPr>
          </a:p>
        </p:txBody>
      </p:sp>
      <p:sp>
        <p:nvSpPr>
          <p:cNvPr id="153" name="Google Shape;153;p4"/>
          <p:cNvSpPr/>
          <p:nvPr/>
        </p:nvSpPr>
        <p:spPr>
          <a:xfrm>
            <a:off x="548640" y="5623560"/>
            <a:ext cx="11091672" cy="548640"/>
          </a:xfrm>
          <a:prstGeom prst="roundRect">
            <a:avLst>
              <a:gd fmla="val 16667" name="adj"/>
            </a:avLst>
          </a:prstGeom>
          <a:solidFill>
            <a:schemeClr val="accent2">
              <a:alpha val="12157"/>
            </a:schemeClr>
          </a:solidFill>
          <a:ln cap="flat" cmpd="sng" w="12700">
            <a:solidFill>
              <a:schemeClr val="accent2">
                <a:alpha val="12157"/>
              </a:scheme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4" name="Google Shape;154;p4"/>
          <p:cNvSpPr/>
          <p:nvPr/>
        </p:nvSpPr>
        <p:spPr>
          <a:xfrm>
            <a:off x="685800" y="5678424"/>
            <a:ext cx="438912" cy="438912"/>
          </a:xfrm>
          <a:prstGeom prst="ellipse">
            <a:avLst/>
          </a:prstGeom>
          <a:solidFill>
            <a:schemeClr val="accent2"/>
          </a:solidFill>
          <a:ln cap="flat" cmpd="sng" w="12700">
            <a:solidFill>
              <a:schemeClr val="accen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55" name="Google Shape;155;p4"/>
          <p:cNvPicPr preferRelativeResize="0"/>
          <p:nvPr/>
        </p:nvPicPr>
        <p:blipFill rotWithShape="1">
          <a:blip r:embed="rId8">
            <a:alphaModFix/>
          </a:blip>
          <a:srcRect b="0" l="0" r="0" t="0"/>
          <a:stretch/>
        </p:blipFill>
        <p:spPr>
          <a:xfrm>
            <a:off x="791139" y="5783763"/>
            <a:ext cx="228234" cy="228234"/>
          </a:xfrm>
          <a:prstGeom prst="rect">
            <a:avLst/>
          </a:prstGeom>
          <a:noFill/>
          <a:ln>
            <a:noFill/>
          </a:ln>
        </p:spPr>
      </p:pic>
      <p:sp>
        <p:nvSpPr>
          <p:cNvPr id="156" name="Google Shape;156;p4"/>
          <p:cNvSpPr txBox="1"/>
          <p:nvPr/>
        </p:nvSpPr>
        <p:spPr>
          <a:xfrm>
            <a:off x="1280160" y="5623560"/>
            <a:ext cx="102412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900"/>
              <a:buFont typeface="Calibri"/>
              <a:buNone/>
            </a:pPr>
            <a:r>
              <a:rPr b="1" lang="en-US" sz="1900">
                <a:solidFill>
                  <a:schemeClr val="dk1"/>
                </a:solidFill>
                <a:latin typeface="Calibri"/>
                <a:ea typeface="Calibri"/>
                <a:cs typeface="Calibri"/>
                <a:sym typeface="Calibri"/>
              </a:rPr>
              <a:t>Unidad de éxito: ser citado en la respuesta</a:t>
            </a:r>
            <a:endParaRPr sz="1900">
              <a:solidFill>
                <a:schemeClr val="dk1"/>
              </a:solidFill>
              <a:latin typeface="Calibri"/>
              <a:ea typeface="Calibri"/>
              <a:cs typeface="Calibri"/>
              <a:sym typeface="Calibri"/>
            </a:endParaRPr>
          </a:p>
        </p:txBody>
      </p:sp>
      <p:sp>
        <p:nvSpPr>
          <p:cNvPr id="157" name="Google Shape;157;p4"/>
          <p:cNvSpPr txBox="1"/>
          <p:nvPr>
            <p:ph idx="4294967295" type="sldNum"/>
          </p:nvPr>
        </p:nvSpPr>
        <p:spPr>
          <a:xfrm>
            <a:off x="11183112" y="6382512"/>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fld id="{00000000-1234-1234-1234-123412341234}" type="slidenum">
              <a:rPr b="0" lang="en-US" sz="1200">
                <a:solidFill>
                  <a:schemeClr val="accent5"/>
                </a:solidFill>
                <a:latin typeface="Calibri"/>
                <a:ea typeface="Calibri"/>
                <a:cs typeface="Calibri"/>
                <a:sym typeface="Calibri"/>
              </a:rPr>
              <a:t>‹#›</a:t>
            </a:fld>
            <a:endParaRPr sz="1200">
              <a:solidFill>
                <a:schemeClr val="accent5"/>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5"/>
          <p:cNvSpPr txBox="1"/>
          <p:nvPr>
            <p:ph type="title"/>
          </p:nvPr>
        </p:nvSpPr>
        <p:spPr>
          <a:xfrm>
            <a:off x="548640" y="384048"/>
            <a:ext cx="11091672" cy="73152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400"/>
              <a:buFont typeface="Cambria"/>
              <a:buNone/>
            </a:pPr>
            <a:r>
              <a:rPr b="1" lang="en-US" sz="3400">
                <a:solidFill>
                  <a:schemeClr val="dk1"/>
                </a:solidFill>
              </a:rPr>
              <a:t>¿Qué es GEO?</a:t>
            </a:r>
            <a:endParaRPr sz="3400"/>
          </a:p>
        </p:txBody>
      </p:sp>
      <p:pic>
        <p:nvPicPr>
          <p:cNvPr descr="preencoded.png" id="164" name="Google Shape;164;p5"/>
          <p:cNvPicPr preferRelativeResize="0"/>
          <p:nvPr/>
        </p:nvPicPr>
        <p:blipFill rotWithShape="1">
          <a:blip r:embed="rId3">
            <a:alphaModFix/>
          </a:blip>
          <a:srcRect b="0" l="0" r="0" t="0"/>
          <a:stretch/>
        </p:blipFill>
        <p:spPr>
          <a:xfrm>
            <a:off x="791139" y="5783763"/>
            <a:ext cx="228234" cy="228234"/>
          </a:xfrm>
          <a:prstGeom prst="rect">
            <a:avLst/>
          </a:prstGeom>
          <a:noFill/>
          <a:ln>
            <a:noFill/>
          </a:ln>
        </p:spPr>
      </p:pic>
      <p:sp>
        <p:nvSpPr>
          <p:cNvPr id="165" name="Google Shape;165;p5"/>
          <p:cNvSpPr txBox="1"/>
          <p:nvPr>
            <p:ph idx="4294967295" type="sldNum"/>
          </p:nvPr>
        </p:nvSpPr>
        <p:spPr>
          <a:xfrm>
            <a:off x="11183112" y="6382512"/>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fld id="{00000000-1234-1234-1234-123412341234}" type="slidenum">
              <a:rPr b="0" lang="en-US" sz="1200">
                <a:solidFill>
                  <a:schemeClr val="accent5"/>
                </a:solidFill>
                <a:latin typeface="Calibri"/>
                <a:ea typeface="Calibri"/>
                <a:cs typeface="Calibri"/>
                <a:sym typeface="Calibri"/>
              </a:rPr>
              <a:t>‹#›</a:t>
            </a:fld>
            <a:endParaRPr sz="1200">
              <a:solidFill>
                <a:schemeClr val="accent5"/>
              </a:solidFill>
              <a:latin typeface="Calibri"/>
              <a:ea typeface="Calibri"/>
              <a:cs typeface="Calibri"/>
              <a:sym typeface="Calibri"/>
            </a:endParaRPr>
          </a:p>
        </p:txBody>
      </p:sp>
      <p:sp>
        <p:nvSpPr>
          <p:cNvPr id="166" name="Google Shape;166;p5"/>
          <p:cNvSpPr/>
          <p:nvPr/>
        </p:nvSpPr>
        <p:spPr>
          <a:xfrm>
            <a:off x="5486400" y="384049"/>
            <a:ext cx="6153911" cy="5852850"/>
          </a:xfrm>
          <a:prstGeom prst="roundRect">
            <a:avLst>
              <a:gd fmla="val 9167" name="adj"/>
            </a:avLst>
          </a:prstGeom>
          <a:solidFill>
            <a:schemeClr val="lt1"/>
          </a:solidFill>
          <a:ln cap="flat" cmpd="sng" w="12700">
            <a:solidFill>
              <a:schemeClr val="lt2"/>
            </a:solidFill>
            <a:prstDash val="solid"/>
            <a:round/>
            <a:headEnd len="sm" w="sm" type="none"/>
            <a:tailEnd len="sm" w="sm" type="none"/>
          </a:ln>
          <a:effectLst>
            <a:outerShdw blurRad="101600" rotWithShape="0" algn="bl" dir="5400000" dist="25400">
              <a:srgbClr val="1B2A41">
                <a:alpha val="12157"/>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67" name="Google Shape;167;p5"/>
          <p:cNvPicPr preferRelativeResize="0"/>
          <p:nvPr/>
        </p:nvPicPr>
        <p:blipFill rotWithShape="1">
          <a:blip r:embed="rId4">
            <a:alphaModFix/>
          </a:blip>
          <a:srcRect b="0" l="0" r="0" t="0"/>
          <a:stretch/>
        </p:blipFill>
        <p:spPr>
          <a:xfrm>
            <a:off x="5914395" y="496500"/>
            <a:ext cx="5268717" cy="5627948"/>
          </a:xfrm>
          <a:prstGeom prst="rect">
            <a:avLst/>
          </a:prstGeom>
          <a:noFill/>
          <a:ln>
            <a:noFill/>
          </a:ln>
        </p:spPr>
      </p:pic>
      <p:sp>
        <p:nvSpPr>
          <p:cNvPr id="168" name="Google Shape;168;p5"/>
          <p:cNvSpPr/>
          <p:nvPr/>
        </p:nvSpPr>
        <p:spPr>
          <a:xfrm>
            <a:off x="817017" y="2764251"/>
            <a:ext cx="3931920" cy="1122469"/>
          </a:xfrm>
          <a:prstGeom prst="roundRect">
            <a:avLst>
              <a:gd fmla="val 7742" name="adj"/>
            </a:avLst>
          </a:prstGeom>
          <a:solidFill>
            <a:schemeClr val="lt2"/>
          </a:solidFill>
          <a:ln cap="flat" cmpd="sng" w="12700">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9" name="Google Shape;169;p5"/>
          <p:cNvSpPr/>
          <p:nvPr/>
        </p:nvSpPr>
        <p:spPr>
          <a:xfrm>
            <a:off x="1045617" y="3020283"/>
            <a:ext cx="658368" cy="658368"/>
          </a:xfrm>
          <a:prstGeom prst="ellipse">
            <a:avLst/>
          </a:prstGeom>
          <a:solidFill>
            <a:schemeClr val="accent2"/>
          </a:solidFill>
          <a:ln cap="flat" cmpd="sng" w="12700">
            <a:solidFill>
              <a:schemeClr val="accen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70" name="Google Shape;170;p5"/>
          <p:cNvPicPr preferRelativeResize="0"/>
          <p:nvPr/>
        </p:nvPicPr>
        <p:blipFill rotWithShape="1">
          <a:blip r:embed="rId5">
            <a:alphaModFix/>
          </a:blip>
          <a:srcRect b="0" l="0" r="0" t="0"/>
          <a:stretch/>
        </p:blipFill>
        <p:spPr>
          <a:xfrm>
            <a:off x="1203625" y="3178291"/>
            <a:ext cx="342351" cy="342351"/>
          </a:xfrm>
          <a:prstGeom prst="rect">
            <a:avLst/>
          </a:prstGeom>
          <a:noFill/>
          <a:ln>
            <a:noFill/>
          </a:ln>
        </p:spPr>
      </p:pic>
      <p:sp>
        <p:nvSpPr>
          <p:cNvPr id="171" name="Google Shape;171;p5"/>
          <p:cNvSpPr txBox="1"/>
          <p:nvPr/>
        </p:nvSpPr>
        <p:spPr>
          <a:xfrm>
            <a:off x="1960017" y="2928843"/>
            <a:ext cx="2286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Unidad de éxito</a:t>
            </a:r>
            <a:endParaRPr sz="2200">
              <a:solidFill>
                <a:schemeClr val="dk1"/>
              </a:solidFill>
              <a:latin typeface="Calibri"/>
              <a:ea typeface="Calibri"/>
              <a:cs typeface="Calibri"/>
              <a:sym typeface="Calibri"/>
            </a:endParaRPr>
          </a:p>
        </p:txBody>
      </p:sp>
      <p:sp>
        <p:nvSpPr>
          <p:cNvPr id="172" name="Google Shape;172;p5"/>
          <p:cNvSpPr txBox="1"/>
          <p:nvPr/>
        </p:nvSpPr>
        <p:spPr>
          <a:xfrm>
            <a:off x="1960017" y="3312891"/>
            <a:ext cx="2674189" cy="45305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700"/>
              <a:buFont typeface="Calibri"/>
              <a:buNone/>
            </a:pPr>
            <a:r>
              <a:rPr lang="en-US" sz="1700">
                <a:solidFill>
                  <a:schemeClr val="dk1"/>
                </a:solidFill>
                <a:latin typeface="Calibri"/>
                <a:ea typeface="Calibri"/>
                <a:cs typeface="Calibri"/>
                <a:sym typeface="Calibri"/>
              </a:rPr>
              <a:t>Ser citado en la respuesta</a:t>
            </a:r>
            <a:endParaRPr sz="17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6"/>
          <p:cNvSpPr txBox="1"/>
          <p:nvPr>
            <p:ph type="title"/>
          </p:nvPr>
        </p:nvSpPr>
        <p:spPr>
          <a:xfrm>
            <a:off x="548640" y="384048"/>
            <a:ext cx="4782485" cy="73152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lt1"/>
              </a:buClr>
              <a:buSzPts val="3400"/>
              <a:buFont typeface="Cambria"/>
              <a:buNone/>
            </a:pPr>
            <a:r>
              <a:rPr b="1" lang="en-US" sz="3400">
                <a:solidFill>
                  <a:schemeClr val="lt1"/>
                </a:solidFill>
              </a:rPr>
              <a:t>Propósito del proyecto</a:t>
            </a:r>
            <a:endParaRPr sz="3400"/>
          </a:p>
        </p:txBody>
      </p:sp>
      <p:sp>
        <p:nvSpPr>
          <p:cNvPr id="179" name="Google Shape;179;p6"/>
          <p:cNvSpPr/>
          <p:nvPr/>
        </p:nvSpPr>
        <p:spPr>
          <a:xfrm>
            <a:off x="548640" y="1463040"/>
            <a:ext cx="731520" cy="731520"/>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80" name="Google Shape;180;p6"/>
          <p:cNvPicPr preferRelativeResize="0"/>
          <p:nvPr/>
        </p:nvPicPr>
        <p:blipFill rotWithShape="1">
          <a:blip r:embed="rId3">
            <a:alphaModFix/>
          </a:blip>
          <a:srcRect b="0" l="0" r="0" t="0"/>
          <a:stretch/>
        </p:blipFill>
        <p:spPr>
          <a:xfrm>
            <a:off x="724205" y="1638605"/>
            <a:ext cx="380390" cy="380390"/>
          </a:xfrm>
          <a:prstGeom prst="rect">
            <a:avLst/>
          </a:prstGeom>
          <a:noFill/>
          <a:ln>
            <a:noFill/>
          </a:ln>
        </p:spPr>
      </p:pic>
      <p:sp>
        <p:nvSpPr>
          <p:cNvPr id="181" name="Google Shape;181;p6"/>
          <p:cNvSpPr txBox="1"/>
          <p:nvPr/>
        </p:nvSpPr>
        <p:spPr>
          <a:xfrm>
            <a:off x="548640" y="2370125"/>
            <a:ext cx="4592703" cy="3116275"/>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chemeClr val="lt1"/>
              </a:buClr>
              <a:buSzPts val="2800"/>
              <a:buFont typeface="Cambria"/>
              <a:buNone/>
            </a:pPr>
            <a:r>
              <a:rPr lang="en-US" sz="2800">
                <a:solidFill>
                  <a:schemeClr val="lt1"/>
                </a:solidFill>
                <a:latin typeface="Cambria"/>
                <a:ea typeface="Cambria"/>
                <a:cs typeface="Cambria"/>
                <a:sym typeface="Cambria"/>
              </a:rPr>
              <a:t>El propósito del proyecto es aumentar la visibilidad del catálogo de la editorial en los motores de búsqueda generativa sin resignar el posicionamiento orgánico ya consolidado.</a:t>
            </a:r>
            <a:endParaRPr/>
          </a:p>
        </p:txBody>
      </p:sp>
      <p:sp>
        <p:nvSpPr>
          <p:cNvPr id="182" name="Google Shape;182;p6"/>
          <p:cNvSpPr txBox="1"/>
          <p:nvPr>
            <p:ph idx="4294967295" type="sldNum"/>
          </p:nvPr>
        </p:nvSpPr>
        <p:spPr>
          <a:xfrm>
            <a:off x="11183112" y="6382512"/>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fld id="{00000000-1234-1234-1234-123412341234}" type="slidenum">
              <a:rPr b="0" lang="en-US" sz="1200">
                <a:solidFill>
                  <a:schemeClr val="lt2"/>
                </a:solidFill>
                <a:latin typeface="Calibri"/>
                <a:ea typeface="Calibri"/>
                <a:cs typeface="Calibri"/>
                <a:sym typeface="Calibri"/>
              </a:rPr>
              <a:t>‹#›</a:t>
            </a:fld>
            <a:endParaRPr sz="1200">
              <a:solidFill>
                <a:schemeClr val="lt2"/>
              </a:solidFill>
              <a:latin typeface="Calibri"/>
              <a:ea typeface="Calibri"/>
              <a:cs typeface="Calibri"/>
              <a:sym typeface="Calibri"/>
            </a:endParaRPr>
          </a:p>
        </p:txBody>
      </p:sp>
      <p:pic>
        <p:nvPicPr>
          <p:cNvPr id="183" name="Google Shape;183;p6"/>
          <p:cNvPicPr preferRelativeResize="0"/>
          <p:nvPr/>
        </p:nvPicPr>
        <p:blipFill rotWithShape="1">
          <a:blip r:embed="rId4">
            <a:alphaModFix/>
          </a:blip>
          <a:srcRect b="0" l="0" r="0" t="0"/>
          <a:stretch/>
        </p:blipFill>
        <p:spPr>
          <a:xfrm>
            <a:off x="5669342" y="1463040"/>
            <a:ext cx="6348056" cy="478888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h2b392ae850084d8a_0_28"/>
          <p:cNvSpPr txBox="1"/>
          <p:nvPr>
            <p:ph type="title"/>
          </p:nvPr>
        </p:nvSpPr>
        <p:spPr>
          <a:xfrm>
            <a:off x="548640" y="384048"/>
            <a:ext cx="11091600" cy="7314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chemeClr val="dk1"/>
              </a:buClr>
              <a:buSzPts val="3400"/>
              <a:buFont typeface="Cambria"/>
              <a:buNone/>
            </a:pPr>
            <a:r>
              <a:rPr b="1" lang="en-US" sz="3400">
                <a:solidFill>
                  <a:schemeClr val="dk1"/>
                </a:solidFill>
              </a:rPr>
              <a:t>Solución propuesta</a:t>
            </a:r>
            <a:endParaRPr sz="3400"/>
          </a:p>
        </p:txBody>
      </p:sp>
      <p:sp>
        <p:nvSpPr>
          <p:cNvPr id="190" name="Google Shape;190;h2b392ae850084d8a_0_28"/>
          <p:cNvSpPr/>
          <p:nvPr/>
        </p:nvSpPr>
        <p:spPr>
          <a:xfrm>
            <a:off x="502920" y="1371600"/>
            <a:ext cx="5852100" cy="3559800"/>
          </a:xfrm>
          <a:prstGeom prst="roundRect">
            <a:avLst>
              <a:gd fmla="val 1541" name="adj"/>
            </a:avLst>
          </a:prstGeom>
          <a:solidFill>
            <a:srgbClr val="FFFFFF"/>
          </a:solidFill>
          <a:ln cap="flat" cmpd="sng" w="12700">
            <a:solidFill>
              <a:srgbClr val="D5DC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Ficha de un libro en la tienda en línea de la editorial; se destaca la sinopsis." id="191" name="Google Shape;191;h2b392ae850084d8a_0_28"/>
          <p:cNvPicPr preferRelativeResize="0"/>
          <p:nvPr/>
        </p:nvPicPr>
        <p:blipFill rotWithShape="1">
          <a:blip r:embed="rId3">
            <a:alphaModFix/>
          </a:blip>
          <a:srcRect b="0" l="0" r="0" t="0"/>
          <a:stretch/>
        </p:blipFill>
        <p:spPr>
          <a:xfrm>
            <a:off x="548640" y="1417320"/>
            <a:ext cx="5760722" cy="3468247"/>
          </a:xfrm>
          <a:prstGeom prst="rect">
            <a:avLst/>
          </a:prstGeom>
          <a:noFill/>
          <a:ln>
            <a:noFill/>
          </a:ln>
        </p:spPr>
      </p:pic>
      <p:sp>
        <p:nvSpPr>
          <p:cNvPr id="192" name="Google Shape;192;h2b392ae850084d8a_0_28"/>
          <p:cNvSpPr/>
          <p:nvPr/>
        </p:nvSpPr>
        <p:spPr>
          <a:xfrm>
            <a:off x="2927817" y="3990759"/>
            <a:ext cx="3254700" cy="860100"/>
          </a:xfrm>
          <a:prstGeom prst="roundRect">
            <a:avLst>
              <a:gd fmla="val 6379" name="adj"/>
            </a:avLst>
          </a:prstGeom>
          <a:noFill/>
          <a:ln cap="flat" cmpd="sng" w="31750">
            <a:solidFill>
              <a:srgbClr val="E862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h2b392ae850084d8a_0_28"/>
          <p:cNvSpPr txBox="1"/>
          <p:nvPr/>
        </p:nvSpPr>
        <p:spPr>
          <a:xfrm>
            <a:off x="548640" y="5068446"/>
            <a:ext cx="5760600" cy="777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rgbClr val="1B2A41"/>
                </a:solidFill>
                <a:latin typeface="Calibri"/>
                <a:ea typeface="Calibri"/>
                <a:cs typeface="Calibri"/>
                <a:sym typeface="Calibri"/>
              </a:rPr>
              <a:t>La web de PenguinLibros cuenta con un activo digital sumamente valioso para la IA: la sinopsis de cada libro del catálogo.</a:t>
            </a:r>
            <a:endParaRPr b="0" i="0" sz="1700" u="none" cap="none" strike="noStrike">
              <a:solidFill>
                <a:srgbClr val="000000"/>
              </a:solidFill>
              <a:latin typeface="Arial"/>
              <a:ea typeface="Arial"/>
              <a:cs typeface="Arial"/>
              <a:sym typeface="Arial"/>
            </a:endParaRPr>
          </a:p>
        </p:txBody>
      </p:sp>
      <p:sp>
        <p:nvSpPr>
          <p:cNvPr id="194" name="Google Shape;194;h2b392ae850084d8a_0_28"/>
          <p:cNvSpPr/>
          <p:nvPr/>
        </p:nvSpPr>
        <p:spPr>
          <a:xfrm>
            <a:off x="6812280" y="1463040"/>
            <a:ext cx="658500" cy="658500"/>
          </a:xfrm>
          <a:prstGeom prst="ellipse">
            <a:avLst/>
          </a:prstGeom>
          <a:solidFill>
            <a:srgbClr val="E8622A"/>
          </a:solidFill>
          <a:ln cap="flat" cmpd="sng" w="12700">
            <a:solidFill>
              <a:srgbClr val="E862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95" name="Google Shape;195;h2b392ae850084d8a_0_28"/>
          <p:cNvPicPr preferRelativeResize="0"/>
          <p:nvPr/>
        </p:nvPicPr>
        <p:blipFill rotWithShape="1">
          <a:blip r:embed="rId4">
            <a:alphaModFix/>
          </a:blip>
          <a:srcRect b="0" l="0" r="0" t="0"/>
          <a:stretch/>
        </p:blipFill>
        <p:spPr>
          <a:xfrm>
            <a:off x="6970288" y="1621048"/>
            <a:ext cx="342351" cy="342351"/>
          </a:xfrm>
          <a:prstGeom prst="rect">
            <a:avLst/>
          </a:prstGeom>
          <a:noFill/>
          <a:ln>
            <a:noFill/>
          </a:ln>
        </p:spPr>
      </p:pic>
      <p:sp>
        <p:nvSpPr>
          <p:cNvPr id="196" name="Google Shape;196;h2b392ae850084d8a_0_28"/>
          <p:cNvSpPr txBox="1"/>
          <p:nvPr/>
        </p:nvSpPr>
        <p:spPr>
          <a:xfrm>
            <a:off x="7708392" y="1435608"/>
            <a:ext cx="39318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1B2A41"/>
                </a:solidFill>
                <a:latin typeface="Calibri"/>
                <a:ea typeface="Calibri"/>
                <a:cs typeface="Calibri"/>
                <a:sym typeface="Calibri"/>
              </a:rPr>
              <a:t>Medir</a:t>
            </a:r>
            <a:endParaRPr b="0" i="0" sz="2100" u="none" cap="none" strike="noStrike">
              <a:solidFill>
                <a:srgbClr val="000000"/>
              </a:solidFill>
              <a:latin typeface="Arial"/>
              <a:ea typeface="Arial"/>
              <a:cs typeface="Arial"/>
              <a:sym typeface="Arial"/>
            </a:endParaRPr>
          </a:p>
        </p:txBody>
      </p:sp>
      <p:sp>
        <p:nvSpPr>
          <p:cNvPr id="197" name="Google Shape;197;h2b392ae850084d8a_0_28"/>
          <p:cNvSpPr txBox="1"/>
          <p:nvPr/>
        </p:nvSpPr>
        <p:spPr>
          <a:xfrm>
            <a:off x="7708392" y="1828800"/>
            <a:ext cx="3931800" cy="64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rgbClr val="5C6B80"/>
                </a:solidFill>
                <a:latin typeface="Calibri"/>
                <a:ea typeface="Calibri"/>
                <a:cs typeface="Calibri"/>
                <a:sym typeface="Calibri"/>
              </a:rPr>
              <a:t>Qué títulos citan hoy los motores generativos.</a:t>
            </a:r>
            <a:endParaRPr b="0" i="0" sz="1700" u="none" cap="none" strike="noStrike">
              <a:solidFill>
                <a:srgbClr val="000000"/>
              </a:solidFill>
              <a:latin typeface="Arial"/>
              <a:ea typeface="Arial"/>
              <a:cs typeface="Arial"/>
              <a:sym typeface="Arial"/>
            </a:endParaRPr>
          </a:p>
        </p:txBody>
      </p:sp>
      <p:cxnSp>
        <p:nvCxnSpPr>
          <p:cNvPr id="198" name="Google Shape;198;h2b392ae850084d8a_0_28"/>
          <p:cNvCxnSpPr/>
          <p:nvPr/>
        </p:nvCxnSpPr>
        <p:spPr>
          <a:xfrm>
            <a:off x="7141464" y="2194560"/>
            <a:ext cx="0" cy="347400"/>
          </a:xfrm>
          <a:prstGeom prst="straightConnector1">
            <a:avLst/>
          </a:prstGeom>
          <a:noFill/>
          <a:ln cap="flat" cmpd="sng" w="25400">
            <a:solidFill>
              <a:srgbClr val="E8622A"/>
            </a:solidFill>
            <a:prstDash val="solid"/>
            <a:round/>
            <a:headEnd len="sm" w="sm" type="none"/>
            <a:tailEnd len="med" w="med" type="triangle"/>
          </a:ln>
        </p:spPr>
      </p:cxnSp>
      <p:sp>
        <p:nvSpPr>
          <p:cNvPr id="199" name="Google Shape;199;h2b392ae850084d8a_0_28"/>
          <p:cNvSpPr/>
          <p:nvPr/>
        </p:nvSpPr>
        <p:spPr>
          <a:xfrm>
            <a:off x="6812280" y="2606040"/>
            <a:ext cx="658500" cy="658500"/>
          </a:xfrm>
          <a:prstGeom prst="ellipse">
            <a:avLst/>
          </a:prstGeom>
          <a:solidFill>
            <a:srgbClr val="E8622A"/>
          </a:solidFill>
          <a:ln cap="flat" cmpd="sng" w="12700">
            <a:solidFill>
              <a:srgbClr val="E862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0" name="Google Shape;200;h2b392ae850084d8a_0_28"/>
          <p:cNvPicPr preferRelativeResize="0"/>
          <p:nvPr/>
        </p:nvPicPr>
        <p:blipFill rotWithShape="1">
          <a:blip r:embed="rId5">
            <a:alphaModFix/>
          </a:blip>
          <a:srcRect b="0" l="0" r="0" t="0"/>
          <a:stretch/>
        </p:blipFill>
        <p:spPr>
          <a:xfrm>
            <a:off x="6970288" y="2764048"/>
            <a:ext cx="342351" cy="342351"/>
          </a:xfrm>
          <a:prstGeom prst="rect">
            <a:avLst/>
          </a:prstGeom>
          <a:noFill/>
          <a:ln>
            <a:noFill/>
          </a:ln>
        </p:spPr>
      </p:pic>
      <p:sp>
        <p:nvSpPr>
          <p:cNvPr id="201" name="Google Shape;201;h2b392ae850084d8a_0_28"/>
          <p:cNvSpPr txBox="1"/>
          <p:nvPr/>
        </p:nvSpPr>
        <p:spPr>
          <a:xfrm>
            <a:off x="7708392" y="2578608"/>
            <a:ext cx="39318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1B2A41"/>
                </a:solidFill>
                <a:latin typeface="Calibri"/>
                <a:ea typeface="Calibri"/>
                <a:cs typeface="Calibri"/>
                <a:sym typeface="Calibri"/>
              </a:rPr>
              <a:t>Aprender</a:t>
            </a:r>
            <a:endParaRPr b="0" i="0" sz="2100" u="none" cap="none" strike="noStrike">
              <a:solidFill>
                <a:srgbClr val="000000"/>
              </a:solidFill>
              <a:latin typeface="Arial"/>
              <a:ea typeface="Arial"/>
              <a:cs typeface="Arial"/>
              <a:sym typeface="Arial"/>
            </a:endParaRPr>
          </a:p>
        </p:txBody>
      </p:sp>
      <p:sp>
        <p:nvSpPr>
          <p:cNvPr id="202" name="Google Shape;202;h2b392ae850084d8a_0_28"/>
          <p:cNvSpPr txBox="1"/>
          <p:nvPr/>
        </p:nvSpPr>
        <p:spPr>
          <a:xfrm>
            <a:off x="7708392" y="2971800"/>
            <a:ext cx="3931800" cy="64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rgbClr val="5C6B80"/>
                </a:solidFill>
                <a:latin typeface="Calibri"/>
                <a:ea typeface="Calibri"/>
                <a:cs typeface="Calibri"/>
                <a:sym typeface="Calibri"/>
              </a:rPr>
              <a:t>Qué características de la sinopsis favorecen la cita.</a:t>
            </a:r>
            <a:endParaRPr b="0" i="0" sz="1700" u="none" cap="none" strike="noStrike">
              <a:solidFill>
                <a:srgbClr val="000000"/>
              </a:solidFill>
              <a:latin typeface="Arial"/>
              <a:ea typeface="Arial"/>
              <a:cs typeface="Arial"/>
              <a:sym typeface="Arial"/>
            </a:endParaRPr>
          </a:p>
        </p:txBody>
      </p:sp>
      <p:cxnSp>
        <p:nvCxnSpPr>
          <p:cNvPr id="203" name="Google Shape;203;h2b392ae850084d8a_0_28"/>
          <p:cNvCxnSpPr/>
          <p:nvPr/>
        </p:nvCxnSpPr>
        <p:spPr>
          <a:xfrm>
            <a:off x="7141464" y="3337560"/>
            <a:ext cx="0" cy="347400"/>
          </a:xfrm>
          <a:prstGeom prst="straightConnector1">
            <a:avLst/>
          </a:prstGeom>
          <a:noFill/>
          <a:ln cap="flat" cmpd="sng" w="25400">
            <a:solidFill>
              <a:srgbClr val="E8622A"/>
            </a:solidFill>
            <a:prstDash val="solid"/>
            <a:round/>
            <a:headEnd len="sm" w="sm" type="none"/>
            <a:tailEnd len="med" w="med" type="triangle"/>
          </a:ln>
        </p:spPr>
      </p:cxnSp>
      <p:sp>
        <p:nvSpPr>
          <p:cNvPr id="204" name="Google Shape;204;h2b392ae850084d8a_0_28"/>
          <p:cNvSpPr/>
          <p:nvPr/>
        </p:nvSpPr>
        <p:spPr>
          <a:xfrm>
            <a:off x="6812280" y="3749040"/>
            <a:ext cx="658500" cy="658500"/>
          </a:xfrm>
          <a:prstGeom prst="ellipse">
            <a:avLst/>
          </a:prstGeom>
          <a:solidFill>
            <a:srgbClr val="E8622A"/>
          </a:solidFill>
          <a:ln cap="flat" cmpd="sng" w="12700">
            <a:solidFill>
              <a:srgbClr val="E862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5" name="Google Shape;205;h2b392ae850084d8a_0_28"/>
          <p:cNvPicPr preferRelativeResize="0"/>
          <p:nvPr/>
        </p:nvPicPr>
        <p:blipFill rotWithShape="1">
          <a:blip r:embed="rId6">
            <a:alphaModFix/>
          </a:blip>
          <a:srcRect b="0" l="0" r="0" t="0"/>
          <a:stretch/>
        </p:blipFill>
        <p:spPr>
          <a:xfrm>
            <a:off x="6970288" y="3907048"/>
            <a:ext cx="342351" cy="342351"/>
          </a:xfrm>
          <a:prstGeom prst="rect">
            <a:avLst/>
          </a:prstGeom>
          <a:noFill/>
          <a:ln>
            <a:noFill/>
          </a:ln>
        </p:spPr>
      </p:pic>
      <p:sp>
        <p:nvSpPr>
          <p:cNvPr id="206" name="Google Shape;206;h2b392ae850084d8a_0_28"/>
          <p:cNvSpPr txBox="1"/>
          <p:nvPr/>
        </p:nvSpPr>
        <p:spPr>
          <a:xfrm>
            <a:off x="7708392" y="3721608"/>
            <a:ext cx="39318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1B2A41"/>
                </a:solidFill>
                <a:latin typeface="Calibri"/>
                <a:ea typeface="Calibri"/>
                <a:cs typeface="Calibri"/>
                <a:sym typeface="Calibri"/>
              </a:rPr>
              <a:t>Reescribir</a:t>
            </a:r>
            <a:endParaRPr b="0" i="0" sz="2100" u="none" cap="none" strike="noStrike">
              <a:solidFill>
                <a:srgbClr val="000000"/>
              </a:solidFill>
              <a:latin typeface="Arial"/>
              <a:ea typeface="Arial"/>
              <a:cs typeface="Arial"/>
              <a:sym typeface="Arial"/>
            </a:endParaRPr>
          </a:p>
        </p:txBody>
      </p:sp>
      <p:sp>
        <p:nvSpPr>
          <p:cNvPr id="207" name="Google Shape;207;h2b392ae850084d8a_0_28"/>
          <p:cNvSpPr txBox="1"/>
          <p:nvPr/>
        </p:nvSpPr>
        <p:spPr>
          <a:xfrm>
            <a:off x="7708392" y="4114800"/>
            <a:ext cx="3931800" cy="64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rgbClr val="5C6B80"/>
                </a:solidFill>
                <a:latin typeface="Calibri"/>
                <a:ea typeface="Calibri"/>
                <a:cs typeface="Calibri"/>
                <a:sym typeface="Calibri"/>
              </a:rPr>
              <a:t>La IA propone una sinopsis y el equipo editorial la aprueba.</a:t>
            </a:r>
            <a:endParaRPr b="0" i="0" sz="1700" u="none" cap="none" strike="noStrike">
              <a:solidFill>
                <a:srgbClr val="000000"/>
              </a:solidFill>
              <a:latin typeface="Arial"/>
              <a:ea typeface="Arial"/>
              <a:cs typeface="Arial"/>
              <a:sym typeface="Arial"/>
            </a:endParaRPr>
          </a:p>
        </p:txBody>
      </p:sp>
      <p:cxnSp>
        <p:nvCxnSpPr>
          <p:cNvPr id="208" name="Google Shape;208;h2b392ae850084d8a_0_28"/>
          <p:cNvCxnSpPr/>
          <p:nvPr/>
        </p:nvCxnSpPr>
        <p:spPr>
          <a:xfrm>
            <a:off x="7141464" y="4480560"/>
            <a:ext cx="0" cy="347400"/>
          </a:xfrm>
          <a:prstGeom prst="straightConnector1">
            <a:avLst/>
          </a:prstGeom>
          <a:noFill/>
          <a:ln cap="flat" cmpd="sng" w="25400">
            <a:solidFill>
              <a:srgbClr val="E8622A"/>
            </a:solidFill>
            <a:prstDash val="solid"/>
            <a:round/>
            <a:headEnd len="sm" w="sm" type="none"/>
            <a:tailEnd len="med" w="med" type="triangle"/>
          </a:ln>
        </p:spPr>
      </p:cxnSp>
      <p:sp>
        <p:nvSpPr>
          <p:cNvPr id="209" name="Google Shape;209;h2b392ae850084d8a_0_28"/>
          <p:cNvSpPr/>
          <p:nvPr/>
        </p:nvSpPr>
        <p:spPr>
          <a:xfrm>
            <a:off x="6812280" y="4892040"/>
            <a:ext cx="658500" cy="658500"/>
          </a:xfrm>
          <a:prstGeom prst="ellipse">
            <a:avLst/>
          </a:prstGeom>
          <a:solidFill>
            <a:srgbClr val="E8622A"/>
          </a:solidFill>
          <a:ln cap="flat" cmpd="sng" w="12700">
            <a:solidFill>
              <a:srgbClr val="E862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0" name="Google Shape;210;h2b392ae850084d8a_0_28"/>
          <p:cNvPicPr preferRelativeResize="0"/>
          <p:nvPr/>
        </p:nvPicPr>
        <p:blipFill rotWithShape="1">
          <a:blip r:embed="rId7">
            <a:alphaModFix/>
          </a:blip>
          <a:srcRect b="0" l="0" r="0" t="0"/>
          <a:stretch/>
        </p:blipFill>
        <p:spPr>
          <a:xfrm>
            <a:off x="6970288" y="5050048"/>
            <a:ext cx="342351" cy="342351"/>
          </a:xfrm>
          <a:prstGeom prst="rect">
            <a:avLst/>
          </a:prstGeom>
          <a:noFill/>
          <a:ln>
            <a:noFill/>
          </a:ln>
        </p:spPr>
      </p:pic>
      <p:sp>
        <p:nvSpPr>
          <p:cNvPr id="211" name="Google Shape;211;h2b392ae850084d8a_0_28"/>
          <p:cNvSpPr txBox="1"/>
          <p:nvPr/>
        </p:nvSpPr>
        <p:spPr>
          <a:xfrm>
            <a:off x="7708392" y="4864608"/>
            <a:ext cx="39318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1B2A41"/>
                </a:solidFill>
                <a:latin typeface="Calibri"/>
                <a:ea typeface="Calibri"/>
                <a:cs typeface="Calibri"/>
                <a:sym typeface="Calibri"/>
              </a:rPr>
              <a:t>Comprobar</a:t>
            </a:r>
            <a:endParaRPr b="0" i="0" sz="2100" u="none" cap="none" strike="noStrike">
              <a:solidFill>
                <a:srgbClr val="000000"/>
              </a:solidFill>
              <a:latin typeface="Arial"/>
              <a:ea typeface="Arial"/>
              <a:cs typeface="Arial"/>
              <a:sym typeface="Arial"/>
            </a:endParaRPr>
          </a:p>
        </p:txBody>
      </p:sp>
      <p:sp>
        <p:nvSpPr>
          <p:cNvPr id="212" name="Google Shape;212;h2b392ae850084d8a_0_28"/>
          <p:cNvSpPr txBox="1"/>
          <p:nvPr/>
        </p:nvSpPr>
        <p:spPr>
          <a:xfrm>
            <a:off x="7708392" y="5257800"/>
            <a:ext cx="3931800" cy="64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rgbClr val="5C6B80"/>
                </a:solidFill>
                <a:latin typeface="Calibri"/>
                <a:ea typeface="Calibri"/>
                <a:cs typeface="Calibri"/>
                <a:sym typeface="Calibri"/>
              </a:rPr>
              <a:t>Un piloto compara las fichas nuevas con un grupo de control.</a:t>
            </a:r>
            <a:endParaRPr b="0" i="0" sz="1700" u="none" cap="none" strike="noStrike">
              <a:solidFill>
                <a:srgbClr val="000000"/>
              </a:solidFill>
              <a:latin typeface="Arial"/>
              <a:ea typeface="Arial"/>
              <a:cs typeface="Arial"/>
              <a:sym typeface="Arial"/>
            </a:endParaRPr>
          </a:p>
        </p:txBody>
      </p:sp>
      <p:sp>
        <p:nvSpPr>
          <p:cNvPr id="213" name="Google Shape;213;h2b392ae850084d8a_0_28"/>
          <p:cNvSpPr txBox="1"/>
          <p:nvPr>
            <p:ph idx="4294967295" type="sldNum"/>
          </p:nvPr>
        </p:nvSpPr>
        <p:spPr>
          <a:xfrm>
            <a:off x="11183112" y="6382512"/>
            <a:ext cx="457200" cy="274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SzPts val="1200"/>
              <a:buNone/>
            </a:pPr>
            <a:fld id="{00000000-1234-1234-1234-123412341234}" type="slidenum">
              <a:rPr b="0" lang="en-US" sz="1200">
                <a:solidFill>
                  <a:schemeClr val="accent5"/>
                </a:solidFill>
                <a:latin typeface="Calibri"/>
                <a:ea typeface="Calibri"/>
                <a:cs typeface="Calibri"/>
                <a:sym typeface="Calibri"/>
              </a:rPr>
              <a:t>‹#›</a:t>
            </a:fld>
            <a:endParaRPr sz="1200">
              <a:solidFill>
                <a:schemeClr val="accent5"/>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9"/>
          <p:cNvSpPr txBox="1"/>
          <p:nvPr>
            <p:ph type="title"/>
          </p:nvPr>
        </p:nvSpPr>
        <p:spPr>
          <a:xfrm>
            <a:off x="548640" y="384048"/>
            <a:ext cx="11091672" cy="73152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400"/>
              <a:buFont typeface="Cambria"/>
              <a:buNone/>
            </a:pPr>
            <a:r>
              <a:rPr b="1" lang="en-US" sz="3400">
                <a:solidFill>
                  <a:schemeClr val="dk1"/>
                </a:solidFill>
              </a:rPr>
              <a:t>Interesados</a:t>
            </a:r>
            <a:endParaRPr sz="3400"/>
          </a:p>
        </p:txBody>
      </p:sp>
      <p:sp>
        <p:nvSpPr>
          <p:cNvPr id="220" name="Google Shape;220;p9"/>
          <p:cNvSpPr/>
          <p:nvPr/>
        </p:nvSpPr>
        <p:spPr>
          <a:xfrm>
            <a:off x="548640" y="1371600"/>
            <a:ext cx="11091672" cy="822960"/>
          </a:xfrm>
          <a:prstGeom prst="roundRect">
            <a:avLst>
              <a:gd fmla="val 13333" name="adj"/>
            </a:avLst>
          </a:prstGeom>
          <a:solidFill>
            <a:schemeClr val="lt2"/>
          </a:solidFill>
          <a:ln cap="flat" cmpd="sng" w="12700">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1" name="Google Shape;221;p9"/>
          <p:cNvSpPr/>
          <p:nvPr/>
        </p:nvSpPr>
        <p:spPr>
          <a:xfrm>
            <a:off x="685800" y="1499616"/>
            <a:ext cx="2331720" cy="566928"/>
          </a:xfrm>
          <a:prstGeom prst="roundRect">
            <a:avLst>
              <a:gd fmla="val 16129" name="adj"/>
            </a:avLst>
          </a:prstGeom>
          <a:solidFill>
            <a:schemeClr val="dk1"/>
          </a:solid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22" name="Google Shape;222;p9"/>
          <p:cNvPicPr preferRelativeResize="0"/>
          <p:nvPr/>
        </p:nvPicPr>
        <p:blipFill rotWithShape="1">
          <a:blip r:embed="rId3">
            <a:alphaModFix/>
          </a:blip>
          <a:srcRect b="0" l="0" r="0" t="0"/>
          <a:stretch/>
        </p:blipFill>
        <p:spPr>
          <a:xfrm>
            <a:off x="841248" y="1618488"/>
            <a:ext cx="329184" cy="329184"/>
          </a:xfrm>
          <a:prstGeom prst="rect">
            <a:avLst/>
          </a:prstGeom>
          <a:noFill/>
          <a:ln>
            <a:noFill/>
          </a:ln>
        </p:spPr>
      </p:pic>
      <p:sp>
        <p:nvSpPr>
          <p:cNvPr id="223" name="Google Shape;223;p9"/>
          <p:cNvSpPr txBox="1"/>
          <p:nvPr/>
        </p:nvSpPr>
        <p:spPr>
          <a:xfrm>
            <a:off x="1298448" y="1499616"/>
            <a:ext cx="1645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800"/>
              <a:buFont typeface="Calibri"/>
              <a:buNone/>
            </a:pPr>
            <a:r>
              <a:rPr b="1" lang="en-US" sz="1800">
                <a:solidFill>
                  <a:schemeClr val="lt1"/>
                </a:solidFill>
                <a:latin typeface="Calibri"/>
                <a:ea typeface="Calibri"/>
                <a:cs typeface="Calibri"/>
                <a:sym typeface="Calibri"/>
              </a:rPr>
              <a:t>Auspiciante</a:t>
            </a:r>
            <a:endParaRPr sz="1800">
              <a:solidFill>
                <a:schemeClr val="dk1"/>
              </a:solidFill>
              <a:latin typeface="Calibri"/>
              <a:ea typeface="Calibri"/>
              <a:cs typeface="Calibri"/>
              <a:sym typeface="Calibri"/>
            </a:endParaRPr>
          </a:p>
        </p:txBody>
      </p:sp>
      <p:sp>
        <p:nvSpPr>
          <p:cNvPr id="224" name="Google Shape;224;p9"/>
          <p:cNvSpPr txBox="1"/>
          <p:nvPr/>
        </p:nvSpPr>
        <p:spPr>
          <a:xfrm>
            <a:off x="3291840" y="1371600"/>
            <a:ext cx="388620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2100"/>
              <a:buFont typeface="Calibri"/>
              <a:buNone/>
            </a:pPr>
            <a:r>
              <a:rPr b="1" lang="en-US" sz="2100">
                <a:solidFill>
                  <a:schemeClr val="dk1"/>
                </a:solidFill>
                <a:latin typeface="Calibri"/>
                <a:ea typeface="Calibri"/>
                <a:cs typeface="Calibri"/>
                <a:sym typeface="Calibri"/>
              </a:rPr>
              <a:t>Penguin Random House Grupo Editorial</a:t>
            </a:r>
            <a:endParaRPr sz="2100">
              <a:solidFill>
                <a:schemeClr val="dk1"/>
              </a:solidFill>
              <a:latin typeface="Calibri"/>
              <a:ea typeface="Calibri"/>
              <a:cs typeface="Calibri"/>
              <a:sym typeface="Calibri"/>
            </a:endParaRPr>
          </a:p>
        </p:txBody>
      </p:sp>
      <p:sp>
        <p:nvSpPr>
          <p:cNvPr id="225" name="Google Shape;225;p9"/>
          <p:cNvSpPr txBox="1"/>
          <p:nvPr/>
        </p:nvSpPr>
        <p:spPr>
          <a:xfrm>
            <a:off x="7360920" y="1371600"/>
            <a:ext cx="411480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5"/>
              </a:buClr>
              <a:buSzPts val="1600"/>
              <a:buFont typeface="Calibri"/>
              <a:buNone/>
            </a:pPr>
            <a:r>
              <a:rPr lang="en-US" sz="1600">
                <a:solidFill>
                  <a:schemeClr val="accent5"/>
                </a:solidFill>
                <a:latin typeface="Calibri"/>
                <a:ea typeface="Calibri"/>
                <a:cs typeface="Calibri"/>
                <a:sym typeface="Calibri"/>
              </a:rPr>
              <a:t>Aporta datos internos y créditos para las APIs</a:t>
            </a:r>
            <a:endParaRPr sz="1600">
              <a:solidFill>
                <a:schemeClr val="dk1"/>
              </a:solidFill>
              <a:latin typeface="Calibri"/>
              <a:ea typeface="Calibri"/>
              <a:cs typeface="Calibri"/>
              <a:sym typeface="Calibri"/>
            </a:endParaRPr>
          </a:p>
        </p:txBody>
      </p:sp>
      <p:sp>
        <p:nvSpPr>
          <p:cNvPr id="226" name="Google Shape;226;p9"/>
          <p:cNvSpPr/>
          <p:nvPr/>
        </p:nvSpPr>
        <p:spPr>
          <a:xfrm>
            <a:off x="548640" y="2304288"/>
            <a:ext cx="11091672" cy="822960"/>
          </a:xfrm>
          <a:prstGeom prst="roundRect">
            <a:avLst>
              <a:gd fmla="val 13333" name="adj"/>
            </a:avLst>
          </a:prstGeom>
          <a:solidFill>
            <a:schemeClr val="lt2"/>
          </a:solidFill>
          <a:ln cap="flat" cmpd="sng" w="12700">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7" name="Google Shape;227;p9"/>
          <p:cNvSpPr/>
          <p:nvPr/>
        </p:nvSpPr>
        <p:spPr>
          <a:xfrm>
            <a:off x="685800" y="2432304"/>
            <a:ext cx="2331720" cy="566928"/>
          </a:xfrm>
          <a:prstGeom prst="roundRect">
            <a:avLst>
              <a:gd fmla="val 16129" name="adj"/>
            </a:avLst>
          </a:prstGeom>
          <a:solidFill>
            <a:schemeClr val="dk1"/>
          </a:solid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28" name="Google Shape;228;p9"/>
          <p:cNvPicPr preferRelativeResize="0"/>
          <p:nvPr/>
        </p:nvPicPr>
        <p:blipFill rotWithShape="1">
          <a:blip r:embed="rId4">
            <a:alphaModFix/>
          </a:blip>
          <a:srcRect b="0" l="0" r="0" t="0"/>
          <a:stretch/>
        </p:blipFill>
        <p:spPr>
          <a:xfrm>
            <a:off x="841248" y="2551176"/>
            <a:ext cx="329184" cy="329184"/>
          </a:xfrm>
          <a:prstGeom prst="rect">
            <a:avLst/>
          </a:prstGeom>
          <a:noFill/>
          <a:ln>
            <a:noFill/>
          </a:ln>
        </p:spPr>
      </p:pic>
      <p:sp>
        <p:nvSpPr>
          <p:cNvPr id="229" name="Google Shape;229;p9"/>
          <p:cNvSpPr txBox="1"/>
          <p:nvPr/>
        </p:nvSpPr>
        <p:spPr>
          <a:xfrm>
            <a:off x="1298448" y="2432304"/>
            <a:ext cx="1645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800"/>
              <a:buFont typeface="Calibri"/>
              <a:buNone/>
            </a:pPr>
            <a:r>
              <a:rPr b="1" lang="en-US" sz="1800">
                <a:solidFill>
                  <a:schemeClr val="lt1"/>
                </a:solidFill>
                <a:latin typeface="Calibri"/>
                <a:ea typeface="Calibri"/>
                <a:cs typeface="Calibri"/>
                <a:sym typeface="Calibri"/>
              </a:rPr>
              <a:t>Cliente</a:t>
            </a:r>
            <a:endParaRPr sz="1800">
              <a:solidFill>
                <a:schemeClr val="dk1"/>
              </a:solidFill>
              <a:latin typeface="Calibri"/>
              <a:ea typeface="Calibri"/>
              <a:cs typeface="Calibri"/>
              <a:sym typeface="Calibri"/>
            </a:endParaRPr>
          </a:p>
        </p:txBody>
      </p:sp>
      <p:sp>
        <p:nvSpPr>
          <p:cNvPr id="230" name="Google Shape;230;p9"/>
          <p:cNvSpPr txBox="1"/>
          <p:nvPr/>
        </p:nvSpPr>
        <p:spPr>
          <a:xfrm>
            <a:off x="3291840" y="2304288"/>
            <a:ext cx="388620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2100"/>
              <a:buFont typeface="Calibri"/>
              <a:buNone/>
            </a:pPr>
            <a:r>
              <a:rPr b="1" lang="en-US" sz="2100">
                <a:solidFill>
                  <a:schemeClr val="dk1"/>
                </a:solidFill>
                <a:latin typeface="Calibri"/>
                <a:ea typeface="Calibri"/>
                <a:cs typeface="Calibri"/>
                <a:sym typeface="Calibri"/>
              </a:rPr>
              <a:t>Victoria O'Donnell</a:t>
            </a:r>
            <a:endParaRPr sz="2100">
              <a:solidFill>
                <a:schemeClr val="dk1"/>
              </a:solidFill>
              <a:latin typeface="Calibri"/>
              <a:ea typeface="Calibri"/>
              <a:cs typeface="Calibri"/>
              <a:sym typeface="Calibri"/>
            </a:endParaRPr>
          </a:p>
        </p:txBody>
      </p:sp>
      <p:sp>
        <p:nvSpPr>
          <p:cNvPr id="231" name="Google Shape;231;p9"/>
          <p:cNvSpPr txBox="1"/>
          <p:nvPr/>
        </p:nvSpPr>
        <p:spPr>
          <a:xfrm>
            <a:off x="7360920" y="2304288"/>
            <a:ext cx="411480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5"/>
              </a:buClr>
              <a:buSzPts val="1600"/>
              <a:buFont typeface="Calibri"/>
              <a:buNone/>
            </a:pPr>
            <a:r>
              <a:rPr lang="en-US" sz="1600">
                <a:solidFill>
                  <a:schemeClr val="accent5"/>
                </a:solidFill>
                <a:latin typeface="Calibri"/>
                <a:ea typeface="Calibri"/>
                <a:cs typeface="Calibri"/>
                <a:sym typeface="Calibri"/>
              </a:rPr>
              <a:t>Científica de datos</a:t>
            </a:r>
            <a:endParaRPr sz="1600">
              <a:solidFill>
                <a:schemeClr val="dk1"/>
              </a:solidFill>
              <a:latin typeface="Calibri"/>
              <a:ea typeface="Calibri"/>
              <a:cs typeface="Calibri"/>
              <a:sym typeface="Calibri"/>
            </a:endParaRPr>
          </a:p>
          <a:p>
            <a:pPr indent="0" lvl="0" marL="0" marR="0" rtl="0" algn="l">
              <a:spcBef>
                <a:spcPts val="0"/>
              </a:spcBef>
              <a:spcAft>
                <a:spcPts val="0"/>
              </a:spcAft>
              <a:buClr>
                <a:schemeClr val="accent5"/>
              </a:buClr>
              <a:buSzPts val="1600"/>
              <a:buFont typeface="Calibri"/>
              <a:buNone/>
            </a:pPr>
            <a:r>
              <a:rPr lang="en-US" sz="1600">
                <a:solidFill>
                  <a:schemeClr val="accent5"/>
                </a:solidFill>
                <a:latin typeface="Calibri"/>
                <a:ea typeface="Calibri"/>
                <a:cs typeface="Calibri"/>
                <a:sym typeface="Calibri"/>
              </a:rPr>
              <a:t>Penguin Random House Grupo Editorial</a:t>
            </a:r>
            <a:endParaRPr sz="1600">
              <a:solidFill>
                <a:schemeClr val="dk1"/>
              </a:solidFill>
              <a:latin typeface="Calibri"/>
              <a:ea typeface="Calibri"/>
              <a:cs typeface="Calibri"/>
              <a:sym typeface="Calibri"/>
            </a:endParaRPr>
          </a:p>
        </p:txBody>
      </p:sp>
      <p:sp>
        <p:nvSpPr>
          <p:cNvPr id="232" name="Google Shape;232;p9"/>
          <p:cNvSpPr/>
          <p:nvPr/>
        </p:nvSpPr>
        <p:spPr>
          <a:xfrm>
            <a:off x="548640" y="3236976"/>
            <a:ext cx="11091672" cy="822960"/>
          </a:xfrm>
          <a:prstGeom prst="roundRect">
            <a:avLst>
              <a:gd fmla="val 13333" name="adj"/>
            </a:avLst>
          </a:prstGeom>
          <a:solidFill>
            <a:schemeClr val="lt2"/>
          </a:solidFill>
          <a:ln cap="flat" cmpd="sng" w="12700">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3" name="Google Shape;233;p9"/>
          <p:cNvSpPr/>
          <p:nvPr/>
        </p:nvSpPr>
        <p:spPr>
          <a:xfrm>
            <a:off x="685800" y="3364992"/>
            <a:ext cx="2331720" cy="566928"/>
          </a:xfrm>
          <a:prstGeom prst="roundRect">
            <a:avLst>
              <a:gd fmla="val 16129" name="adj"/>
            </a:avLst>
          </a:prstGeom>
          <a:solidFill>
            <a:schemeClr val="dk1"/>
          </a:solid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34" name="Google Shape;234;p9"/>
          <p:cNvPicPr preferRelativeResize="0"/>
          <p:nvPr/>
        </p:nvPicPr>
        <p:blipFill rotWithShape="1">
          <a:blip r:embed="rId5">
            <a:alphaModFix/>
          </a:blip>
          <a:srcRect b="0" l="0" r="0" t="0"/>
          <a:stretch/>
        </p:blipFill>
        <p:spPr>
          <a:xfrm>
            <a:off x="841248" y="3483864"/>
            <a:ext cx="329184" cy="329184"/>
          </a:xfrm>
          <a:prstGeom prst="rect">
            <a:avLst/>
          </a:prstGeom>
          <a:noFill/>
          <a:ln>
            <a:noFill/>
          </a:ln>
        </p:spPr>
      </p:pic>
      <p:sp>
        <p:nvSpPr>
          <p:cNvPr id="235" name="Google Shape;235;p9"/>
          <p:cNvSpPr txBox="1"/>
          <p:nvPr/>
        </p:nvSpPr>
        <p:spPr>
          <a:xfrm>
            <a:off x="1298448" y="3364992"/>
            <a:ext cx="1645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800"/>
              <a:buFont typeface="Calibri"/>
              <a:buNone/>
            </a:pPr>
            <a:r>
              <a:rPr b="1" lang="en-US" sz="1800">
                <a:solidFill>
                  <a:schemeClr val="lt1"/>
                </a:solidFill>
                <a:latin typeface="Calibri"/>
                <a:ea typeface="Calibri"/>
                <a:cs typeface="Calibri"/>
                <a:sym typeface="Calibri"/>
              </a:rPr>
              <a:t>Responsable</a:t>
            </a:r>
            <a:endParaRPr sz="1800">
              <a:solidFill>
                <a:schemeClr val="dk1"/>
              </a:solidFill>
              <a:latin typeface="Calibri"/>
              <a:ea typeface="Calibri"/>
              <a:cs typeface="Calibri"/>
              <a:sym typeface="Calibri"/>
            </a:endParaRPr>
          </a:p>
        </p:txBody>
      </p:sp>
      <p:sp>
        <p:nvSpPr>
          <p:cNvPr id="236" name="Google Shape;236;p9"/>
          <p:cNvSpPr txBox="1"/>
          <p:nvPr/>
        </p:nvSpPr>
        <p:spPr>
          <a:xfrm>
            <a:off x="3291840" y="3236976"/>
            <a:ext cx="388620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2100"/>
              <a:buFont typeface="Calibri"/>
              <a:buNone/>
            </a:pPr>
            <a:r>
              <a:rPr b="1" lang="en-US" sz="2100">
                <a:solidFill>
                  <a:schemeClr val="dk1"/>
                </a:solidFill>
                <a:latin typeface="Calibri"/>
                <a:ea typeface="Calibri"/>
                <a:cs typeface="Calibri"/>
                <a:sym typeface="Calibri"/>
              </a:rPr>
              <a:t>Ing. Luis José Paredes Ramirez</a:t>
            </a:r>
            <a:endParaRPr sz="2100">
              <a:solidFill>
                <a:schemeClr val="dk1"/>
              </a:solidFill>
              <a:latin typeface="Calibri"/>
              <a:ea typeface="Calibri"/>
              <a:cs typeface="Calibri"/>
              <a:sym typeface="Calibri"/>
            </a:endParaRPr>
          </a:p>
        </p:txBody>
      </p:sp>
      <p:sp>
        <p:nvSpPr>
          <p:cNvPr id="237" name="Google Shape;237;p9"/>
          <p:cNvSpPr txBox="1"/>
          <p:nvPr/>
        </p:nvSpPr>
        <p:spPr>
          <a:xfrm>
            <a:off x="7360920" y="3236976"/>
            <a:ext cx="411480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5"/>
              </a:buClr>
              <a:buSzPts val="1600"/>
              <a:buFont typeface="Calibri"/>
              <a:buNone/>
            </a:pPr>
            <a:r>
              <a:rPr i="1" lang="en-US" sz="1600">
                <a:solidFill>
                  <a:schemeClr val="accent5"/>
                </a:solidFill>
                <a:latin typeface="Calibri"/>
                <a:ea typeface="Calibri"/>
                <a:cs typeface="Calibri"/>
                <a:sym typeface="Calibri"/>
              </a:rPr>
              <a:t>Machine learning engineer</a:t>
            </a:r>
            <a:endParaRPr sz="1600">
              <a:solidFill>
                <a:schemeClr val="dk1"/>
              </a:solidFill>
              <a:latin typeface="Calibri"/>
              <a:ea typeface="Calibri"/>
              <a:cs typeface="Calibri"/>
              <a:sym typeface="Calibri"/>
            </a:endParaRPr>
          </a:p>
          <a:p>
            <a:pPr indent="0" lvl="0" marL="0" marR="0" rtl="0" algn="l">
              <a:spcBef>
                <a:spcPts val="0"/>
              </a:spcBef>
              <a:spcAft>
                <a:spcPts val="0"/>
              </a:spcAft>
              <a:buClr>
                <a:schemeClr val="accent5"/>
              </a:buClr>
              <a:buSzPts val="1600"/>
              <a:buFont typeface="Calibri"/>
              <a:buNone/>
            </a:pPr>
            <a:r>
              <a:rPr lang="en-US" sz="1600">
                <a:solidFill>
                  <a:schemeClr val="accent5"/>
                </a:solidFill>
                <a:latin typeface="Calibri"/>
                <a:ea typeface="Calibri"/>
                <a:cs typeface="Calibri"/>
                <a:sym typeface="Calibri"/>
              </a:rPr>
              <a:t>Penguin Random House Grupo Editorial</a:t>
            </a:r>
            <a:endParaRPr sz="1600">
              <a:solidFill>
                <a:schemeClr val="dk1"/>
              </a:solidFill>
              <a:latin typeface="Calibri"/>
              <a:ea typeface="Calibri"/>
              <a:cs typeface="Calibri"/>
              <a:sym typeface="Calibri"/>
            </a:endParaRPr>
          </a:p>
        </p:txBody>
      </p:sp>
      <p:sp>
        <p:nvSpPr>
          <p:cNvPr id="238" name="Google Shape;238;p9"/>
          <p:cNvSpPr/>
          <p:nvPr/>
        </p:nvSpPr>
        <p:spPr>
          <a:xfrm>
            <a:off x="548640" y="4169664"/>
            <a:ext cx="11091672" cy="822960"/>
          </a:xfrm>
          <a:prstGeom prst="roundRect">
            <a:avLst>
              <a:gd fmla="val 13333" name="adj"/>
            </a:avLst>
          </a:prstGeom>
          <a:solidFill>
            <a:schemeClr val="lt2"/>
          </a:solidFill>
          <a:ln cap="flat" cmpd="sng" w="12700">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9" name="Google Shape;239;p9"/>
          <p:cNvSpPr/>
          <p:nvPr/>
        </p:nvSpPr>
        <p:spPr>
          <a:xfrm>
            <a:off x="685800" y="4297680"/>
            <a:ext cx="2331720" cy="566928"/>
          </a:xfrm>
          <a:prstGeom prst="roundRect">
            <a:avLst>
              <a:gd fmla="val 16129" name="adj"/>
            </a:avLst>
          </a:prstGeom>
          <a:solidFill>
            <a:schemeClr val="dk1"/>
          </a:solid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40" name="Google Shape;240;p9"/>
          <p:cNvPicPr preferRelativeResize="0"/>
          <p:nvPr/>
        </p:nvPicPr>
        <p:blipFill rotWithShape="1">
          <a:blip r:embed="rId6">
            <a:alphaModFix/>
          </a:blip>
          <a:srcRect b="0" l="0" r="0" t="0"/>
          <a:stretch/>
        </p:blipFill>
        <p:spPr>
          <a:xfrm>
            <a:off x="841248" y="4416552"/>
            <a:ext cx="329184" cy="329184"/>
          </a:xfrm>
          <a:prstGeom prst="rect">
            <a:avLst/>
          </a:prstGeom>
          <a:noFill/>
          <a:ln>
            <a:noFill/>
          </a:ln>
        </p:spPr>
      </p:pic>
      <p:sp>
        <p:nvSpPr>
          <p:cNvPr id="241" name="Google Shape;241;p9"/>
          <p:cNvSpPr txBox="1"/>
          <p:nvPr/>
        </p:nvSpPr>
        <p:spPr>
          <a:xfrm>
            <a:off x="1298448" y="4297680"/>
            <a:ext cx="1645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800"/>
              <a:buFont typeface="Calibri"/>
              <a:buNone/>
            </a:pPr>
            <a:r>
              <a:rPr b="1" lang="en-US" sz="1800">
                <a:solidFill>
                  <a:schemeClr val="lt1"/>
                </a:solidFill>
                <a:latin typeface="Calibri"/>
                <a:ea typeface="Calibri"/>
                <a:cs typeface="Calibri"/>
                <a:sym typeface="Calibri"/>
              </a:rPr>
              <a:t>Orientador</a:t>
            </a:r>
            <a:endParaRPr sz="1800">
              <a:solidFill>
                <a:schemeClr val="dk1"/>
              </a:solidFill>
              <a:latin typeface="Calibri"/>
              <a:ea typeface="Calibri"/>
              <a:cs typeface="Calibri"/>
              <a:sym typeface="Calibri"/>
            </a:endParaRPr>
          </a:p>
        </p:txBody>
      </p:sp>
      <p:sp>
        <p:nvSpPr>
          <p:cNvPr id="242" name="Google Shape;242;p9"/>
          <p:cNvSpPr txBox="1"/>
          <p:nvPr/>
        </p:nvSpPr>
        <p:spPr>
          <a:xfrm>
            <a:off x="3291840" y="4169664"/>
            <a:ext cx="388620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2100"/>
              <a:buFont typeface="Calibri"/>
              <a:buNone/>
            </a:pPr>
            <a:r>
              <a:rPr b="1" lang="en-US" sz="2100">
                <a:solidFill>
                  <a:schemeClr val="dk1"/>
                </a:solidFill>
                <a:latin typeface="Calibri"/>
                <a:ea typeface="Calibri"/>
                <a:cs typeface="Calibri"/>
                <a:sym typeface="Calibri"/>
              </a:rPr>
              <a:t>Dr. Ing. Juan Manuel Rodríguez</a:t>
            </a:r>
            <a:endParaRPr sz="2100">
              <a:solidFill>
                <a:schemeClr val="dk1"/>
              </a:solidFill>
              <a:latin typeface="Calibri"/>
              <a:ea typeface="Calibri"/>
              <a:cs typeface="Calibri"/>
              <a:sym typeface="Calibri"/>
            </a:endParaRPr>
          </a:p>
        </p:txBody>
      </p:sp>
      <p:sp>
        <p:nvSpPr>
          <p:cNvPr id="243" name="Google Shape;243;p9"/>
          <p:cNvSpPr txBox="1"/>
          <p:nvPr/>
        </p:nvSpPr>
        <p:spPr>
          <a:xfrm>
            <a:off x="7360920" y="4169664"/>
            <a:ext cx="411480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5"/>
              </a:buClr>
              <a:buSzPts val="1600"/>
              <a:buFont typeface="Calibri"/>
              <a:buNone/>
            </a:pPr>
            <a:r>
              <a:rPr lang="en-US" sz="1600">
                <a:solidFill>
                  <a:schemeClr val="accent5"/>
                </a:solidFill>
                <a:latin typeface="Calibri"/>
                <a:ea typeface="Calibri"/>
                <a:cs typeface="Calibri"/>
                <a:sym typeface="Calibri"/>
              </a:rPr>
              <a:t>Director del trabajo final</a:t>
            </a:r>
            <a:endParaRPr sz="1600">
              <a:solidFill>
                <a:schemeClr val="dk1"/>
              </a:solidFill>
              <a:latin typeface="Calibri"/>
              <a:ea typeface="Calibri"/>
              <a:cs typeface="Calibri"/>
              <a:sym typeface="Calibri"/>
            </a:endParaRPr>
          </a:p>
          <a:p>
            <a:pPr indent="0" lvl="0" marL="0" marR="0" rtl="0" algn="l">
              <a:spcBef>
                <a:spcPts val="0"/>
              </a:spcBef>
              <a:spcAft>
                <a:spcPts val="0"/>
              </a:spcAft>
              <a:buClr>
                <a:schemeClr val="accent5"/>
              </a:buClr>
              <a:buSzPts val="1600"/>
              <a:buFont typeface="Calibri"/>
              <a:buNone/>
            </a:pPr>
            <a:r>
              <a:rPr lang="en-US" sz="1600">
                <a:solidFill>
                  <a:schemeClr val="accent5"/>
                </a:solidFill>
                <a:latin typeface="Calibri"/>
                <a:ea typeface="Calibri"/>
                <a:cs typeface="Calibri"/>
                <a:sym typeface="Calibri"/>
              </a:rPr>
              <a:t>Universidad de Buenos Aires</a:t>
            </a:r>
            <a:endParaRPr sz="1600">
              <a:solidFill>
                <a:schemeClr val="dk1"/>
              </a:solidFill>
              <a:latin typeface="Calibri"/>
              <a:ea typeface="Calibri"/>
              <a:cs typeface="Calibri"/>
              <a:sym typeface="Calibri"/>
            </a:endParaRPr>
          </a:p>
        </p:txBody>
      </p:sp>
      <p:sp>
        <p:nvSpPr>
          <p:cNvPr id="244" name="Google Shape;244;p9"/>
          <p:cNvSpPr/>
          <p:nvPr/>
        </p:nvSpPr>
        <p:spPr>
          <a:xfrm>
            <a:off x="548640" y="5102352"/>
            <a:ext cx="11091672" cy="822960"/>
          </a:xfrm>
          <a:prstGeom prst="roundRect">
            <a:avLst>
              <a:gd fmla="val 13333" name="adj"/>
            </a:avLst>
          </a:prstGeom>
          <a:solidFill>
            <a:schemeClr val="lt2"/>
          </a:solidFill>
          <a:ln cap="flat" cmpd="sng" w="12700">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5" name="Google Shape;245;p9"/>
          <p:cNvSpPr/>
          <p:nvPr/>
        </p:nvSpPr>
        <p:spPr>
          <a:xfrm>
            <a:off x="685800" y="5230368"/>
            <a:ext cx="2331720" cy="566928"/>
          </a:xfrm>
          <a:prstGeom prst="roundRect">
            <a:avLst>
              <a:gd fmla="val 16129" name="adj"/>
            </a:avLst>
          </a:prstGeom>
          <a:solidFill>
            <a:schemeClr val="dk1"/>
          </a:solid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46" name="Google Shape;246;p9"/>
          <p:cNvPicPr preferRelativeResize="0"/>
          <p:nvPr/>
        </p:nvPicPr>
        <p:blipFill rotWithShape="1">
          <a:blip r:embed="rId7">
            <a:alphaModFix/>
          </a:blip>
          <a:srcRect b="0" l="0" r="0" t="0"/>
          <a:stretch/>
        </p:blipFill>
        <p:spPr>
          <a:xfrm>
            <a:off x="841248" y="5349240"/>
            <a:ext cx="329184" cy="329184"/>
          </a:xfrm>
          <a:prstGeom prst="rect">
            <a:avLst/>
          </a:prstGeom>
          <a:noFill/>
          <a:ln>
            <a:noFill/>
          </a:ln>
        </p:spPr>
      </p:pic>
      <p:sp>
        <p:nvSpPr>
          <p:cNvPr id="247" name="Google Shape;247;p9"/>
          <p:cNvSpPr txBox="1"/>
          <p:nvPr/>
        </p:nvSpPr>
        <p:spPr>
          <a:xfrm>
            <a:off x="1298448" y="5230368"/>
            <a:ext cx="1645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800"/>
              <a:buFont typeface="Calibri"/>
              <a:buNone/>
            </a:pPr>
            <a:r>
              <a:rPr b="1" lang="en-US" sz="1800">
                <a:solidFill>
                  <a:schemeClr val="lt1"/>
                </a:solidFill>
                <a:latin typeface="Calibri"/>
                <a:ea typeface="Calibri"/>
                <a:cs typeface="Calibri"/>
                <a:sym typeface="Calibri"/>
              </a:rPr>
              <a:t>Orientador</a:t>
            </a:r>
            <a:endParaRPr sz="1800">
              <a:solidFill>
                <a:schemeClr val="dk1"/>
              </a:solidFill>
              <a:latin typeface="Calibri"/>
              <a:ea typeface="Calibri"/>
              <a:cs typeface="Calibri"/>
              <a:sym typeface="Calibri"/>
            </a:endParaRPr>
          </a:p>
        </p:txBody>
      </p:sp>
      <p:sp>
        <p:nvSpPr>
          <p:cNvPr id="248" name="Google Shape;248;p9"/>
          <p:cNvSpPr txBox="1"/>
          <p:nvPr/>
        </p:nvSpPr>
        <p:spPr>
          <a:xfrm>
            <a:off x="3291840" y="5102352"/>
            <a:ext cx="388620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2100"/>
              <a:buFont typeface="Calibri"/>
              <a:buNone/>
            </a:pPr>
            <a:r>
              <a:rPr b="1" lang="en-US" sz="2100">
                <a:solidFill>
                  <a:schemeClr val="dk1"/>
                </a:solidFill>
                <a:latin typeface="Calibri"/>
                <a:ea typeface="Calibri"/>
                <a:cs typeface="Calibri"/>
                <a:sym typeface="Calibri"/>
              </a:rPr>
              <a:t>Sebastian Pellizzeri</a:t>
            </a:r>
            <a:endParaRPr sz="2100">
              <a:solidFill>
                <a:schemeClr val="dk1"/>
              </a:solidFill>
              <a:latin typeface="Calibri"/>
              <a:ea typeface="Calibri"/>
              <a:cs typeface="Calibri"/>
              <a:sym typeface="Calibri"/>
            </a:endParaRPr>
          </a:p>
        </p:txBody>
      </p:sp>
      <p:sp>
        <p:nvSpPr>
          <p:cNvPr id="249" name="Google Shape;249;p9"/>
          <p:cNvSpPr txBox="1"/>
          <p:nvPr/>
        </p:nvSpPr>
        <p:spPr>
          <a:xfrm>
            <a:off x="7360920" y="5102352"/>
            <a:ext cx="411480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5"/>
              </a:buClr>
              <a:buSzPts val="1600"/>
              <a:buFont typeface="Calibri"/>
              <a:buNone/>
            </a:pPr>
            <a:r>
              <a:rPr lang="en-US" sz="1600">
                <a:solidFill>
                  <a:schemeClr val="accent5"/>
                </a:solidFill>
                <a:latin typeface="Calibri"/>
                <a:ea typeface="Calibri"/>
                <a:cs typeface="Calibri"/>
                <a:sym typeface="Calibri"/>
              </a:rPr>
              <a:t>Codirector del trabajo final</a:t>
            </a:r>
            <a:endParaRPr sz="1600">
              <a:solidFill>
                <a:schemeClr val="dk1"/>
              </a:solidFill>
              <a:latin typeface="Calibri"/>
              <a:ea typeface="Calibri"/>
              <a:cs typeface="Calibri"/>
              <a:sym typeface="Calibri"/>
            </a:endParaRPr>
          </a:p>
          <a:p>
            <a:pPr indent="0" lvl="0" marL="0" marR="0" rtl="0" algn="l">
              <a:spcBef>
                <a:spcPts val="0"/>
              </a:spcBef>
              <a:spcAft>
                <a:spcPts val="0"/>
              </a:spcAft>
              <a:buClr>
                <a:schemeClr val="accent5"/>
              </a:buClr>
              <a:buSzPts val="1600"/>
              <a:buFont typeface="Calibri"/>
              <a:buNone/>
            </a:pPr>
            <a:r>
              <a:rPr lang="en-US" sz="1600">
                <a:solidFill>
                  <a:schemeClr val="accent5"/>
                </a:solidFill>
                <a:latin typeface="Calibri"/>
                <a:ea typeface="Calibri"/>
                <a:cs typeface="Calibri"/>
                <a:sym typeface="Calibri"/>
              </a:rPr>
              <a:t>Penguin Random House Grupo Editorial</a:t>
            </a:r>
            <a:endParaRPr sz="1600">
              <a:solidFill>
                <a:schemeClr val="dk1"/>
              </a:solidFill>
              <a:latin typeface="Calibri"/>
              <a:ea typeface="Calibri"/>
              <a:cs typeface="Calibri"/>
              <a:sym typeface="Calibri"/>
            </a:endParaRPr>
          </a:p>
        </p:txBody>
      </p:sp>
      <p:sp>
        <p:nvSpPr>
          <p:cNvPr id="250" name="Google Shape;250;p9"/>
          <p:cNvSpPr txBox="1"/>
          <p:nvPr>
            <p:ph idx="4294967295" type="sldNum"/>
          </p:nvPr>
        </p:nvSpPr>
        <p:spPr>
          <a:xfrm>
            <a:off x="11183112" y="6382512"/>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fld id="{00000000-1234-1234-1234-123412341234}" type="slidenum">
              <a:rPr b="0" lang="en-US" sz="1200">
                <a:solidFill>
                  <a:schemeClr val="accent5"/>
                </a:solidFill>
                <a:latin typeface="Calibri"/>
                <a:ea typeface="Calibri"/>
                <a:cs typeface="Calibri"/>
                <a:sym typeface="Calibri"/>
              </a:rPr>
              <a:t>‹#›</a:t>
            </a:fld>
            <a:endParaRPr sz="1200">
              <a:solidFill>
                <a:schemeClr val="accent5"/>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10"/>
          <p:cNvSpPr txBox="1"/>
          <p:nvPr>
            <p:ph type="title"/>
          </p:nvPr>
        </p:nvSpPr>
        <p:spPr>
          <a:xfrm>
            <a:off x="548640" y="384048"/>
            <a:ext cx="1676975" cy="73152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400"/>
              <a:buFont typeface="Cambria"/>
              <a:buNone/>
            </a:pPr>
            <a:r>
              <a:rPr b="1" lang="en-US" sz="3400">
                <a:solidFill>
                  <a:schemeClr val="dk1"/>
                </a:solidFill>
              </a:rPr>
              <a:t>Alcance</a:t>
            </a:r>
            <a:endParaRPr sz="3400"/>
          </a:p>
        </p:txBody>
      </p:sp>
      <p:sp>
        <p:nvSpPr>
          <p:cNvPr id="257" name="Google Shape;257;p10"/>
          <p:cNvSpPr/>
          <p:nvPr/>
        </p:nvSpPr>
        <p:spPr>
          <a:xfrm>
            <a:off x="548640" y="1371600"/>
            <a:ext cx="5413248" cy="4770408"/>
          </a:xfrm>
          <a:prstGeom prst="roundRect">
            <a:avLst>
              <a:gd fmla="val 2330" name="adj"/>
            </a:avLst>
          </a:prstGeom>
          <a:solidFill>
            <a:schemeClr val="accent3">
              <a:alpha val="12157"/>
            </a:schemeClr>
          </a:solidFill>
          <a:ln cap="flat" cmpd="sng" w="12700">
            <a:solidFill>
              <a:schemeClr val="accent3">
                <a:alpha val="12157"/>
              </a:scheme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8" name="Google Shape;258;p10"/>
          <p:cNvSpPr/>
          <p:nvPr/>
        </p:nvSpPr>
        <p:spPr>
          <a:xfrm>
            <a:off x="822960" y="1634705"/>
            <a:ext cx="566928" cy="566928"/>
          </a:xfrm>
          <a:prstGeom prst="ellipse">
            <a:avLst/>
          </a:prstGeom>
          <a:solidFill>
            <a:schemeClr val="accent3"/>
          </a:solidFill>
          <a:ln cap="flat" cmpd="sng" w="12700">
            <a:solidFill>
              <a:schemeClr val="accent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59" name="Google Shape;259;p10"/>
          <p:cNvPicPr preferRelativeResize="0"/>
          <p:nvPr/>
        </p:nvPicPr>
        <p:blipFill rotWithShape="1">
          <a:blip r:embed="rId3">
            <a:alphaModFix/>
          </a:blip>
          <a:srcRect b="0" l="0" r="0" t="0"/>
          <a:stretch/>
        </p:blipFill>
        <p:spPr>
          <a:xfrm>
            <a:off x="959023" y="1770768"/>
            <a:ext cx="294803" cy="294803"/>
          </a:xfrm>
          <a:prstGeom prst="rect">
            <a:avLst/>
          </a:prstGeom>
          <a:noFill/>
          <a:ln>
            <a:noFill/>
          </a:ln>
        </p:spPr>
      </p:pic>
      <p:sp>
        <p:nvSpPr>
          <p:cNvPr id="260" name="Google Shape;260;p10"/>
          <p:cNvSpPr txBox="1"/>
          <p:nvPr/>
        </p:nvSpPr>
        <p:spPr>
          <a:xfrm>
            <a:off x="1554480" y="1643330"/>
            <a:ext cx="41148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3"/>
              </a:buClr>
              <a:buSzPts val="2600"/>
              <a:buFont typeface="Calibri"/>
              <a:buNone/>
            </a:pPr>
            <a:r>
              <a:rPr b="1" lang="en-US" sz="2600">
                <a:solidFill>
                  <a:schemeClr val="accent3"/>
                </a:solidFill>
                <a:latin typeface="Calibri"/>
                <a:ea typeface="Calibri"/>
                <a:cs typeface="Calibri"/>
                <a:sym typeface="Calibri"/>
              </a:rPr>
              <a:t>Incluye</a:t>
            </a:r>
            <a:endParaRPr sz="2600">
              <a:solidFill>
                <a:schemeClr val="dk1"/>
              </a:solidFill>
              <a:latin typeface="Calibri"/>
              <a:ea typeface="Calibri"/>
              <a:cs typeface="Calibri"/>
              <a:sym typeface="Calibri"/>
            </a:endParaRPr>
          </a:p>
        </p:txBody>
      </p:sp>
      <p:sp>
        <p:nvSpPr>
          <p:cNvPr id="261" name="Google Shape;261;p10"/>
          <p:cNvSpPr txBox="1"/>
          <p:nvPr/>
        </p:nvSpPr>
        <p:spPr>
          <a:xfrm>
            <a:off x="707136" y="2371403"/>
            <a:ext cx="5099304" cy="3543850"/>
          </a:xfrm>
          <a:prstGeom prst="rect">
            <a:avLst/>
          </a:prstGeom>
          <a:noFill/>
          <a:ln>
            <a:noFill/>
          </a:ln>
        </p:spPr>
        <p:txBody>
          <a:bodyPr anchorCtr="0" anchor="t" bIns="0" lIns="0" spcFirstLastPara="1" rIns="0" wrap="square" tIns="0">
            <a:noAutofit/>
          </a:bodyPr>
          <a:lstStyle/>
          <a:p>
            <a:pPr indent="-228600" lvl="0" marL="228600" marR="0" rtl="0" algn="l">
              <a:spcBef>
                <a:spcPts val="0"/>
              </a:spcBef>
              <a:spcAft>
                <a:spcPts val="0"/>
              </a:spcAft>
              <a:buClr>
                <a:schemeClr val="dk1"/>
              </a:buClr>
              <a:buSzPts val="2000"/>
              <a:buFont typeface="Calibri"/>
              <a:buChar char="•"/>
            </a:pPr>
            <a:r>
              <a:rPr lang="en-US" sz="2000">
                <a:solidFill>
                  <a:schemeClr val="dk1"/>
                </a:solidFill>
                <a:latin typeface="Calibri"/>
                <a:ea typeface="Calibri"/>
                <a:cs typeface="Calibri"/>
                <a:sym typeface="Calibri"/>
              </a:rPr>
              <a:t>Construcción del conjunto de datos de citación.</a:t>
            </a:r>
            <a:endParaRPr sz="2000">
              <a:solidFill>
                <a:schemeClr val="dk1"/>
              </a:solidFill>
              <a:latin typeface="Calibri"/>
              <a:ea typeface="Calibri"/>
              <a:cs typeface="Calibri"/>
              <a:sym typeface="Calibri"/>
            </a:endParaRPr>
          </a:p>
          <a:p>
            <a:pPr indent="-228600" lvl="0" marL="228600" marR="0" rtl="0" algn="l">
              <a:spcBef>
                <a:spcPts val="1400"/>
              </a:spcBef>
              <a:spcAft>
                <a:spcPts val="0"/>
              </a:spcAft>
              <a:buClr>
                <a:schemeClr val="dk1"/>
              </a:buClr>
              <a:buSzPts val="2000"/>
              <a:buFont typeface="Calibri"/>
              <a:buChar char="•"/>
            </a:pPr>
            <a:r>
              <a:rPr lang="en-US" sz="2000">
                <a:solidFill>
                  <a:schemeClr val="dk1"/>
                </a:solidFill>
                <a:latin typeface="Calibri"/>
                <a:ea typeface="Calibri"/>
                <a:cs typeface="Calibri"/>
                <a:sym typeface="Calibri"/>
              </a:rPr>
              <a:t>Análisis</a:t>
            </a:r>
            <a:r>
              <a:rPr lang="en-US" sz="2000">
                <a:solidFill>
                  <a:schemeClr val="dk1"/>
                </a:solidFill>
                <a:latin typeface="Calibri"/>
                <a:ea typeface="Calibri"/>
                <a:cs typeface="Calibri"/>
                <a:sym typeface="Calibri"/>
              </a:rPr>
              <a:t> y extracción de características principales.</a:t>
            </a:r>
            <a:endParaRPr sz="2000">
              <a:solidFill>
                <a:schemeClr val="dk1"/>
              </a:solidFill>
              <a:latin typeface="Calibri"/>
              <a:ea typeface="Calibri"/>
              <a:cs typeface="Calibri"/>
              <a:sym typeface="Calibri"/>
            </a:endParaRPr>
          </a:p>
          <a:p>
            <a:pPr indent="-228600" lvl="0" marL="228600" marR="0" rtl="0" algn="l">
              <a:spcBef>
                <a:spcPts val="1400"/>
              </a:spcBef>
              <a:spcAft>
                <a:spcPts val="0"/>
              </a:spcAft>
              <a:buClr>
                <a:schemeClr val="dk1"/>
              </a:buClr>
              <a:buSzPts val="2000"/>
              <a:buFont typeface="Calibri"/>
              <a:buChar char="•"/>
            </a:pPr>
            <a:r>
              <a:rPr lang="en-US" sz="2000">
                <a:solidFill>
                  <a:schemeClr val="dk1"/>
                </a:solidFill>
                <a:latin typeface="Calibri"/>
                <a:ea typeface="Calibri"/>
                <a:cs typeface="Calibri"/>
                <a:sym typeface="Calibri"/>
              </a:rPr>
              <a:t>Modelo de predicción de la citación.</a:t>
            </a:r>
            <a:endParaRPr sz="2000">
              <a:solidFill>
                <a:schemeClr val="dk1"/>
              </a:solidFill>
              <a:latin typeface="Calibri"/>
              <a:ea typeface="Calibri"/>
              <a:cs typeface="Calibri"/>
              <a:sym typeface="Calibri"/>
            </a:endParaRPr>
          </a:p>
          <a:p>
            <a:pPr indent="-228600" lvl="0" marL="228600" marR="0" rtl="0" algn="l">
              <a:spcBef>
                <a:spcPts val="1400"/>
              </a:spcBef>
              <a:spcAft>
                <a:spcPts val="0"/>
              </a:spcAft>
              <a:buClr>
                <a:schemeClr val="dk1"/>
              </a:buClr>
              <a:buSzPts val="2000"/>
              <a:buFont typeface="Calibri"/>
              <a:buChar char="•"/>
            </a:pPr>
            <a:r>
              <a:rPr lang="en-US" sz="2000">
                <a:solidFill>
                  <a:schemeClr val="dk1"/>
                </a:solidFill>
                <a:latin typeface="Calibri"/>
                <a:ea typeface="Calibri"/>
                <a:cs typeface="Calibri"/>
                <a:sym typeface="Calibri"/>
              </a:rPr>
              <a:t>Generador de sinopsis con un LLM comercial.</a:t>
            </a:r>
            <a:endParaRPr sz="2000">
              <a:solidFill>
                <a:schemeClr val="dk1"/>
              </a:solidFill>
              <a:latin typeface="Calibri"/>
              <a:ea typeface="Calibri"/>
              <a:cs typeface="Calibri"/>
              <a:sym typeface="Calibri"/>
            </a:endParaRPr>
          </a:p>
          <a:p>
            <a:pPr indent="-228600" lvl="0" marL="228600" marR="0" rtl="0" algn="l">
              <a:spcBef>
                <a:spcPts val="1400"/>
              </a:spcBef>
              <a:spcAft>
                <a:spcPts val="0"/>
              </a:spcAft>
              <a:buClr>
                <a:schemeClr val="dk1"/>
              </a:buClr>
              <a:buSzPts val="2000"/>
              <a:buFont typeface="Calibri"/>
              <a:buChar char="•"/>
            </a:pPr>
            <a:r>
              <a:rPr lang="en-US" sz="2000">
                <a:solidFill>
                  <a:schemeClr val="dk1"/>
                </a:solidFill>
                <a:latin typeface="Calibri"/>
                <a:ea typeface="Calibri"/>
                <a:cs typeface="Calibri"/>
                <a:sym typeface="Calibri"/>
              </a:rPr>
              <a:t>Piloto controlado con grupo de control.</a:t>
            </a:r>
            <a:endParaRPr sz="2000">
              <a:solidFill>
                <a:schemeClr val="dk1"/>
              </a:solidFill>
              <a:latin typeface="Calibri"/>
              <a:ea typeface="Calibri"/>
              <a:cs typeface="Calibri"/>
              <a:sym typeface="Calibri"/>
            </a:endParaRPr>
          </a:p>
          <a:p>
            <a:pPr indent="-228600" lvl="0" marL="228600" marR="0" rtl="0" algn="l">
              <a:spcBef>
                <a:spcPts val="1400"/>
              </a:spcBef>
              <a:spcAft>
                <a:spcPts val="0"/>
              </a:spcAft>
              <a:buClr>
                <a:schemeClr val="dk1"/>
              </a:buClr>
              <a:buSzPts val="2000"/>
              <a:buFont typeface="Calibri"/>
              <a:buChar char="•"/>
            </a:pPr>
            <a:r>
              <a:rPr lang="en-US" sz="2000">
                <a:solidFill>
                  <a:schemeClr val="dk1"/>
                </a:solidFill>
                <a:latin typeface="Calibri"/>
                <a:ea typeface="Calibri"/>
                <a:cs typeface="Calibri"/>
                <a:sym typeface="Calibri"/>
              </a:rPr>
              <a:t>Documentación, código fuente y memoria.</a:t>
            </a:r>
            <a:endParaRPr sz="2000">
              <a:solidFill>
                <a:schemeClr val="dk1"/>
              </a:solidFill>
              <a:latin typeface="Calibri"/>
              <a:ea typeface="Calibri"/>
              <a:cs typeface="Calibri"/>
              <a:sym typeface="Calibri"/>
            </a:endParaRPr>
          </a:p>
        </p:txBody>
      </p:sp>
      <p:sp>
        <p:nvSpPr>
          <p:cNvPr id="262" name="Google Shape;262;p10"/>
          <p:cNvSpPr/>
          <p:nvPr/>
        </p:nvSpPr>
        <p:spPr>
          <a:xfrm>
            <a:off x="6307752" y="1371600"/>
            <a:ext cx="5257800" cy="4770408"/>
          </a:xfrm>
          <a:prstGeom prst="roundRect">
            <a:avLst>
              <a:gd fmla="val 2330" name="adj"/>
            </a:avLst>
          </a:prstGeom>
          <a:solidFill>
            <a:schemeClr val="lt2"/>
          </a:solidFill>
          <a:ln cap="flat" cmpd="sng" w="12700">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3" name="Google Shape;263;p10"/>
          <p:cNvSpPr/>
          <p:nvPr/>
        </p:nvSpPr>
        <p:spPr>
          <a:xfrm>
            <a:off x="6501384" y="1651960"/>
            <a:ext cx="566928" cy="566928"/>
          </a:xfrm>
          <a:prstGeom prst="ellipse">
            <a:avLst/>
          </a:prstGeom>
          <a:solidFill>
            <a:schemeClr val="accent5"/>
          </a:solidFill>
          <a:ln cap="flat" cmpd="sng" w="12700">
            <a:solidFill>
              <a:schemeClr val="accent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64" name="Google Shape;264;p10"/>
          <p:cNvPicPr preferRelativeResize="0"/>
          <p:nvPr/>
        </p:nvPicPr>
        <p:blipFill rotWithShape="1">
          <a:blip r:embed="rId4">
            <a:alphaModFix/>
          </a:blip>
          <a:srcRect b="0" l="0" r="0" t="0"/>
          <a:stretch/>
        </p:blipFill>
        <p:spPr>
          <a:xfrm>
            <a:off x="6637447" y="1788023"/>
            <a:ext cx="294803" cy="294803"/>
          </a:xfrm>
          <a:prstGeom prst="rect">
            <a:avLst/>
          </a:prstGeom>
          <a:noFill/>
          <a:ln>
            <a:noFill/>
          </a:ln>
        </p:spPr>
      </p:pic>
      <p:sp>
        <p:nvSpPr>
          <p:cNvPr id="265" name="Google Shape;265;p10"/>
          <p:cNvSpPr txBox="1"/>
          <p:nvPr/>
        </p:nvSpPr>
        <p:spPr>
          <a:xfrm>
            <a:off x="7232904" y="1651960"/>
            <a:ext cx="41148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5"/>
              </a:buClr>
              <a:buSzPts val="2600"/>
              <a:buFont typeface="Calibri"/>
              <a:buNone/>
            </a:pPr>
            <a:r>
              <a:rPr b="1" lang="en-US" sz="2600">
                <a:solidFill>
                  <a:schemeClr val="accent5"/>
                </a:solidFill>
                <a:latin typeface="Calibri"/>
                <a:ea typeface="Calibri"/>
                <a:cs typeface="Calibri"/>
                <a:sym typeface="Calibri"/>
              </a:rPr>
              <a:t>No incluye</a:t>
            </a:r>
            <a:endParaRPr sz="2600">
              <a:solidFill>
                <a:schemeClr val="dk1"/>
              </a:solidFill>
              <a:latin typeface="Calibri"/>
              <a:ea typeface="Calibri"/>
              <a:cs typeface="Calibri"/>
              <a:sym typeface="Calibri"/>
            </a:endParaRPr>
          </a:p>
        </p:txBody>
      </p:sp>
      <p:sp>
        <p:nvSpPr>
          <p:cNvPr id="266" name="Google Shape;266;p10"/>
          <p:cNvSpPr txBox="1"/>
          <p:nvPr/>
        </p:nvSpPr>
        <p:spPr>
          <a:xfrm>
            <a:off x="6547104" y="2444960"/>
            <a:ext cx="4937760" cy="3474720"/>
          </a:xfrm>
          <a:prstGeom prst="rect">
            <a:avLst/>
          </a:prstGeom>
          <a:noFill/>
          <a:ln>
            <a:noFill/>
          </a:ln>
        </p:spPr>
        <p:txBody>
          <a:bodyPr anchorCtr="0" anchor="t" bIns="0" lIns="0" spcFirstLastPara="1" rIns="0" wrap="square" tIns="0">
            <a:noAutofit/>
          </a:bodyPr>
          <a:lstStyle/>
          <a:p>
            <a:pPr indent="-228600" lvl="0" marL="228600" marR="0" rtl="0" algn="l">
              <a:spcBef>
                <a:spcPts val="0"/>
              </a:spcBef>
              <a:spcAft>
                <a:spcPts val="0"/>
              </a:spcAft>
              <a:buClr>
                <a:schemeClr val="dk1"/>
              </a:buClr>
              <a:buSzPts val="2000"/>
              <a:buFont typeface="Calibri"/>
              <a:buChar char="•"/>
            </a:pPr>
            <a:r>
              <a:rPr lang="en-US" sz="2000">
                <a:solidFill>
                  <a:schemeClr val="dk1"/>
                </a:solidFill>
                <a:latin typeface="Calibri"/>
                <a:ea typeface="Calibri"/>
                <a:cs typeface="Calibri"/>
                <a:sym typeface="Calibri"/>
              </a:rPr>
              <a:t>Factores de GEO distintos de la sinopsis.</a:t>
            </a:r>
            <a:endParaRPr sz="2000">
              <a:solidFill>
                <a:schemeClr val="dk1"/>
              </a:solidFill>
              <a:latin typeface="Calibri"/>
              <a:ea typeface="Calibri"/>
              <a:cs typeface="Calibri"/>
              <a:sym typeface="Calibri"/>
            </a:endParaRPr>
          </a:p>
          <a:p>
            <a:pPr indent="-228600" lvl="0" marL="228600" marR="0" rtl="0" algn="l">
              <a:spcBef>
                <a:spcPts val="1400"/>
              </a:spcBef>
              <a:spcAft>
                <a:spcPts val="0"/>
              </a:spcAft>
              <a:buClr>
                <a:schemeClr val="dk1"/>
              </a:buClr>
              <a:buSzPts val="2000"/>
              <a:buFont typeface="Calibri"/>
              <a:buChar char="•"/>
            </a:pPr>
            <a:r>
              <a:rPr lang="en-US" sz="2000">
                <a:solidFill>
                  <a:schemeClr val="dk1"/>
                </a:solidFill>
                <a:latin typeface="Calibri"/>
                <a:ea typeface="Calibri"/>
                <a:cs typeface="Calibri"/>
                <a:sym typeface="Calibri"/>
              </a:rPr>
              <a:t>Respuestas generadas sin búsqueda web.</a:t>
            </a:r>
            <a:endParaRPr sz="2000">
              <a:solidFill>
                <a:schemeClr val="dk1"/>
              </a:solidFill>
              <a:latin typeface="Calibri"/>
              <a:ea typeface="Calibri"/>
              <a:cs typeface="Calibri"/>
              <a:sym typeface="Calibri"/>
            </a:endParaRPr>
          </a:p>
          <a:p>
            <a:pPr indent="-228600" lvl="0" marL="228600" marR="0" rtl="0" algn="l">
              <a:spcBef>
                <a:spcPts val="1400"/>
              </a:spcBef>
              <a:spcAft>
                <a:spcPts val="0"/>
              </a:spcAft>
              <a:buClr>
                <a:schemeClr val="dk1"/>
              </a:buClr>
              <a:buSzPts val="2000"/>
              <a:buFont typeface="Calibri"/>
              <a:buChar char="•"/>
            </a:pPr>
            <a:r>
              <a:rPr lang="en-US" sz="2000">
                <a:solidFill>
                  <a:schemeClr val="dk1"/>
                </a:solidFill>
                <a:latin typeface="Calibri"/>
                <a:ea typeface="Calibri"/>
                <a:cs typeface="Calibri"/>
                <a:sym typeface="Calibri"/>
              </a:rPr>
              <a:t>Entrenamiento de un LLM propio.</a:t>
            </a:r>
            <a:endParaRPr sz="2000">
              <a:solidFill>
                <a:schemeClr val="dk1"/>
              </a:solidFill>
              <a:latin typeface="Calibri"/>
              <a:ea typeface="Calibri"/>
              <a:cs typeface="Calibri"/>
              <a:sym typeface="Calibri"/>
            </a:endParaRPr>
          </a:p>
          <a:p>
            <a:pPr indent="-228600" lvl="0" marL="228600" marR="0" rtl="0" algn="l">
              <a:spcBef>
                <a:spcPts val="1400"/>
              </a:spcBef>
              <a:spcAft>
                <a:spcPts val="0"/>
              </a:spcAft>
              <a:buClr>
                <a:schemeClr val="dk1"/>
              </a:buClr>
              <a:buSzPts val="2000"/>
              <a:buFont typeface="Calibri"/>
              <a:buChar char="•"/>
            </a:pPr>
            <a:r>
              <a:rPr lang="en-US" sz="2000">
                <a:solidFill>
                  <a:schemeClr val="dk1"/>
                </a:solidFill>
                <a:latin typeface="Calibri"/>
                <a:ea typeface="Calibri"/>
                <a:cs typeface="Calibri"/>
                <a:sym typeface="Calibri"/>
              </a:rPr>
              <a:t>Despliegue en todo el catálogo.</a:t>
            </a:r>
            <a:endParaRPr sz="2000">
              <a:solidFill>
                <a:schemeClr val="dk1"/>
              </a:solidFill>
              <a:latin typeface="Calibri"/>
              <a:ea typeface="Calibri"/>
              <a:cs typeface="Calibri"/>
              <a:sym typeface="Calibri"/>
            </a:endParaRPr>
          </a:p>
          <a:p>
            <a:pPr indent="-228600" lvl="0" marL="228600" marR="0" rtl="0" algn="l">
              <a:spcBef>
                <a:spcPts val="1400"/>
              </a:spcBef>
              <a:spcAft>
                <a:spcPts val="0"/>
              </a:spcAft>
              <a:buClr>
                <a:schemeClr val="dk1"/>
              </a:buClr>
              <a:buSzPts val="2000"/>
              <a:buFont typeface="Calibri"/>
              <a:buChar char="•"/>
            </a:pPr>
            <a:r>
              <a:rPr lang="en-US" sz="2000">
                <a:solidFill>
                  <a:schemeClr val="dk1"/>
                </a:solidFill>
                <a:latin typeface="Calibri"/>
                <a:ea typeface="Calibri"/>
                <a:cs typeface="Calibri"/>
                <a:sym typeface="Calibri"/>
              </a:rPr>
              <a:t>Medición del impacto en ventas.</a:t>
            </a:r>
            <a:endParaRPr sz="2000">
              <a:solidFill>
                <a:schemeClr val="dk1"/>
              </a:solidFill>
              <a:latin typeface="Calibri"/>
              <a:ea typeface="Calibri"/>
              <a:cs typeface="Calibri"/>
              <a:sym typeface="Calibri"/>
            </a:endParaRPr>
          </a:p>
          <a:p>
            <a:pPr indent="-228600" lvl="0" marL="228600" marR="0" rtl="0" algn="l">
              <a:spcBef>
                <a:spcPts val="1400"/>
              </a:spcBef>
              <a:spcAft>
                <a:spcPts val="0"/>
              </a:spcAft>
              <a:buClr>
                <a:schemeClr val="dk1"/>
              </a:buClr>
              <a:buSzPts val="2000"/>
              <a:buFont typeface="Calibri"/>
              <a:buChar char="•"/>
            </a:pPr>
            <a:r>
              <a:rPr lang="en-US" sz="2000">
                <a:solidFill>
                  <a:schemeClr val="dk1"/>
                </a:solidFill>
                <a:latin typeface="Calibri"/>
                <a:ea typeface="Calibri"/>
                <a:cs typeface="Calibri"/>
                <a:sym typeface="Calibri"/>
              </a:rPr>
              <a:t>Otros mercados u otras editoriales.</a:t>
            </a:r>
            <a:endParaRPr sz="2000">
              <a:solidFill>
                <a:schemeClr val="dk1"/>
              </a:solidFill>
              <a:latin typeface="Calibri"/>
              <a:ea typeface="Calibri"/>
              <a:cs typeface="Calibri"/>
              <a:sym typeface="Calibri"/>
            </a:endParaRPr>
          </a:p>
        </p:txBody>
      </p:sp>
      <p:sp>
        <p:nvSpPr>
          <p:cNvPr id="267" name="Google Shape;267;p10"/>
          <p:cNvSpPr txBox="1"/>
          <p:nvPr>
            <p:ph idx="4294967295" type="sldNum"/>
          </p:nvPr>
        </p:nvSpPr>
        <p:spPr>
          <a:xfrm>
            <a:off x="11183112" y="6382512"/>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fld id="{00000000-1234-1234-1234-123412341234}" type="slidenum">
              <a:rPr b="0" lang="en-US" sz="1200">
                <a:solidFill>
                  <a:schemeClr val="accent5"/>
                </a:solidFill>
                <a:latin typeface="Calibri"/>
                <a:ea typeface="Calibri"/>
                <a:cs typeface="Calibri"/>
                <a:sym typeface="Calibri"/>
              </a:rPr>
              <a:t>‹#›</a:t>
            </a:fld>
            <a:endParaRPr sz="1200">
              <a:solidFill>
                <a:schemeClr val="accent5"/>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11"/>
          <p:cNvSpPr txBox="1"/>
          <p:nvPr>
            <p:ph type="title"/>
          </p:nvPr>
        </p:nvSpPr>
        <p:spPr>
          <a:xfrm>
            <a:off x="548640" y="384048"/>
            <a:ext cx="11091672" cy="73152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400"/>
              <a:buFont typeface="Cambria"/>
              <a:buNone/>
            </a:pPr>
            <a:r>
              <a:rPr b="1" lang="en-US" sz="3400">
                <a:solidFill>
                  <a:schemeClr val="dk1"/>
                </a:solidFill>
              </a:rPr>
              <a:t>Requerimientos</a:t>
            </a:r>
            <a:endParaRPr sz="3400"/>
          </a:p>
        </p:txBody>
      </p:sp>
      <p:sp>
        <p:nvSpPr>
          <p:cNvPr id="274" name="Google Shape;274;p11"/>
          <p:cNvSpPr txBox="1"/>
          <p:nvPr>
            <p:ph idx="1" type="body"/>
          </p:nvPr>
        </p:nvSpPr>
        <p:spPr>
          <a:xfrm>
            <a:off x="548640" y="1097280"/>
            <a:ext cx="11091672" cy="384048"/>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accent5"/>
              </a:buClr>
              <a:buSzPts val="1800"/>
              <a:buNone/>
            </a:pPr>
            <a:r>
              <a:rPr i="1" lang="en-US" sz="1800">
                <a:solidFill>
                  <a:schemeClr val="accent5"/>
                </a:solidFill>
              </a:rPr>
              <a:t>Product backlog</a:t>
            </a:r>
            <a:r>
              <a:rPr lang="en-US" sz="1800">
                <a:solidFill>
                  <a:schemeClr val="accent5"/>
                </a:solidFill>
              </a:rPr>
              <a:t> con 4 épicas y 8 historias de usuario (HU), que suman 115 </a:t>
            </a:r>
            <a:r>
              <a:rPr i="1" lang="en-US" sz="1800">
                <a:solidFill>
                  <a:schemeClr val="accent5"/>
                </a:solidFill>
              </a:rPr>
              <a:t>story points</a:t>
            </a:r>
            <a:r>
              <a:rPr lang="en-US" sz="1800">
                <a:solidFill>
                  <a:schemeClr val="accent5"/>
                </a:solidFill>
              </a:rPr>
              <a:t> (SP)</a:t>
            </a:r>
            <a:endParaRPr sz="1800"/>
          </a:p>
        </p:txBody>
      </p:sp>
      <p:sp>
        <p:nvSpPr>
          <p:cNvPr id="275" name="Google Shape;275;p11"/>
          <p:cNvSpPr/>
          <p:nvPr/>
        </p:nvSpPr>
        <p:spPr>
          <a:xfrm>
            <a:off x="548640" y="1691640"/>
            <a:ext cx="2635758" cy="4389120"/>
          </a:xfrm>
          <a:prstGeom prst="roundRect">
            <a:avLst>
              <a:gd fmla="val 4163" name="adj"/>
            </a:avLst>
          </a:prstGeom>
          <a:solidFill>
            <a:schemeClr val="accent2">
              <a:alpha val="14118"/>
            </a:schemeClr>
          </a:solidFill>
          <a:ln cap="flat" cmpd="sng" w="12700">
            <a:solidFill>
              <a:schemeClr val="accent2">
                <a:alpha val="14118"/>
              </a:scheme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6" name="Google Shape;276;p11"/>
          <p:cNvSpPr/>
          <p:nvPr/>
        </p:nvSpPr>
        <p:spPr>
          <a:xfrm>
            <a:off x="731520" y="1874520"/>
            <a:ext cx="457200" cy="457200"/>
          </a:xfrm>
          <a:prstGeom prst="ellipse">
            <a:avLst/>
          </a:prstGeom>
          <a:solidFill>
            <a:schemeClr val="accent2"/>
          </a:solidFill>
          <a:ln cap="flat" cmpd="sng" w="12700">
            <a:solidFill>
              <a:schemeClr val="accen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7" name="Google Shape;277;p11"/>
          <p:cNvSpPr txBox="1"/>
          <p:nvPr/>
        </p:nvSpPr>
        <p:spPr>
          <a:xfrm>
            <a:off x="731520" y="187452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800"/>
              <a:buFont typeface="Calibri"/>
              <a:buNone/>
            </a:pPr>
            <a:r>
              <a:rPr b="1" lang="en-US" sz="1800">
                <a:solidFill>
                  <a:schemeClr val="lt1"/>
                </a:solidFill>
                <a:latin typeface="Calibri"/>
                <a:ea typeface="Calibri"/>
                <a:cs typeface="Calibri"/>
                <a:sym typeface="Calibri"/>
              </a:rPr>
              <a:t>1</a:t>
            </a:r>
            <a:endParaRPr sz="1800">
              <a:solidFill>
                <a:schemeClr val="dk1"/>
              </a:solidFill>
              <a:latin typeface="Calibri"/>
              <a:ea typeface="Calibri"/>
              <a:cs typeface="Calibri"/>
              <a:sym typeface="Calibri"/>
            </a:endParaRPr>
          </a:p>
        </p:txBody>
      </p:sp>
      <p:sp>
        <p:nvSpPr>
          <p:cNvPr id="278" name="Google Shape;278;p11"/>
          <p:cNvSpPr txBox="1"/>
          <p:nvPr/>
        </p:nvSpPr>
        <p:spPr>
          <a:xfrm>
            <a:off x="1298448" y="1874520"/>
            <a:ext cx="16459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5"/>
              </a:buClr>
              <a:buSzPts val="1500"/>
              <a:buFont typeface="Calibri"/>
              <a:buNone/>
            </a:pPr>
            <a:r>
              <a:rPr b="1" lang="en-US" sz="1500">
                <a:solidFill>
                  <a:schemeClr val="accent5"/>
                </a:solidFill>
                <a:latin typeface="Calibri"/>
                <a:ea typeface="Calibri"/>
                <a:cs typeface="Calibri"/>
                <a:sym typeface="Calibri"/>
              </a:rPr>
              <a:t>Épica 1</a:t>
            </a:r>
            <a:endParaRPr sz="1500">
              <a:solidFill>
                <a:schemeClr val="dk1"/>
              </a:solidFill>
              <a:latin typeface="Calibri"/>
              <a:ea typeface="Calibri"/>
              <a:cs typeface="Calibri"/>
              <a:sym typeface="Calibri"/>
            </a:endParaRPr>
          </a:p>
        </p:txBody>
      </p:sp>
      <p:sp>
        <p:nvSpPr>
          <p:cNvPr id="279" name="Google Shape;279;p11"/>
          <p:cNvSpPr txBox="1"/>
          <p:nvPr/>
        </p:nvSpPr>
        <p:spPr>
          <a:xfrm>
            <a:off x="685800" y="2441448"/>
            <a:ext cx="2361438"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700"/>
              <a:buFont typeface="Calibri"/>
              <a:buNone/>
            </a:pPr>
            <a:r>
              <a:rPr b="1" lang="en-US" sz="1700">
                <a:solidFill>
                  <a:schemeClr val="dk1"/>
                </a:solidFill>
                <a:latin typeface="Calibri"/>
                <a:ea typeface="Calibri"/>
                <a:cs typeface="Calibri"/>
                <a:sym typeface="Calibri"/>
              </a:rPr>
              <a:t>Construcción del conjunto de datos de citación</a:t>
            </a:r>
            <a:endParaRPr sz="1700">
              <a:solidFill>
                <a:schemeClr val="dk1"/>
              </a:solidFill>
              <a:latin typeface="Calibri"/>
              <a:ea typeface="Calibri"/>
              <a:cs typeface="Calibri"/>
              <a:sym typeface="Calibri"/>
            </a:endParaRPr>
          </a:p>
        </p:txBody>
      </p:sp>
      <p:sp>
        <p:nvSpPr>
          <p:cNvPr id="280" name="Google Shape;280;p11"/>
          <p:cNvSpPr/>
          <p:nvPr/>
        </p:nvSpPr>
        <p:spPr>
          <a:xfrm>
            <a:off x="685800" y="3291840"/>
            <a:ext cx="2361438" cy="1261872"/>
          </a:xfrm>
          <a:prstGeom prst="roundRect">
            <a:avLst>
              <a:gd fmla="val 5797" name="adj"/>
            </a:avLst>
          </a:prstGeom>
          <a:solidFill>
            <a:schemeClr val="lt1"/>
          </a:solidFill>
          <a:ln cap="flat" cmpd="sng" w="12700">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1" name="Google Shape;281;p11"/>
          <p:cNvSpPr/>
          <p:nvPr/>
        </p:nvSpPr>
        <p:spPr>
          <a:xfrm>
            <a:off x="822960" y="3419856"/>
            <a:ext cx="658368" cy="310896"/>
          </a:xfrm>
          <a:prstGeom prst="roundRect">
            <a:avLst>
              <a:gd fmla="val 23529" name="adj"/>
            </a:avLst>
          </a:prstGeom>
          <a:solidFill>
            <a:schemeClr val="dk1"/>
          </a:solid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2" name="Google Shape;282;p11"/>
          <p:cNvSpPr txBox="1"/>
          <p:nvPr/>
        </p:nvSpPr>
        <p:spPr>
          <a:xfrm>
            <a:off x="822960" y="3419856"/>
            <a:ext cx="65836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300"/>
              <a:buFont typeface="Calibri"/>
              <a:buNone/>
            </a:pPr>
            <a:r>
              <a:rPr b="1" lang="en-US" sz="1300">
                <a:solidFill>
                  <a:schemeClr val="lt1"/>
                </a:solidFill>
                <a:latin typeface="Calibri"/>
                <a:ea typeface="Calibri"/>
                <a:cs typeface="Calibri"/>
                <a:sym typeface="Calibri"/>
              </a:rPr>
              <a:t>HU1</a:t>
            </a:r>
            <a:endParaRPr sz="1300">
              <a:solidFill>
                <a:schemeClr val="dk1"/>
              </a:solidFill>
              <a:latin typeface="Calibri"/>
              <a:ea typeface="Calibri"/>
              <a:cs typeface="Calibri"/>
              <a:sym typeface="Calibri"/>
            </a:endParaRPr>
          </a:p>
        </p:txBody>
      </p:sp>
      <p:sp>
        <p:nvSpPr>
          <p:cNvPr id="283" name="Google Shape;283;p11"/>
          <p:cNvSpPr txBox="1"/>
          <p:nvPr/>
        </p:nvSpPr>
        <p:spPr>
          <a:xfrm>
            <a:off x="1554480" y="3419856"/>
            <a:ext cx="1355598"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5"/>
              </a:buClr>
              <a:buSzPts val="1300"/>
              <a:buFont typeface="Calibri"/>
              <a:buNone/>
            </a:pPr>
            <a:r>
              <a:rPr lang="en-US" sz="1300">
                <a:solidFill>
                  <a:schemeClr val="accent5"/>
                </a:solidFill>
                <a:latin typeface="Calibri"/>
                <a:ea typeface="Calibri"/>
                <a:cs typeface="Calibri"/>
                <a:sym typeface="Calibri"/>
              </a:rPr>
              <a:t>21 SP · alta</a:t>
            </a:r>
            <a:endParaRPr sz="1300">
              <a:solidFill>
                <a:schemeClr val="dk1"/>
              </a:solidFill>
              <a:latin typeface="Calibri"/>
              <a:ea typeface="Calibri"/>
              <a:cs typeface="Calibri"/>
              <a:sym typeface="Calibri"/>
            </a:endParaRPr>
          </a:p>
        </p:txBody>
      </p:sp>
      <p:sp>
        <p:nvSpPr>
          <p:cNvPr id="284" name="Google Shape;284;p11"/>
          <p:cNvSpPr txBox="1"/>
          <p:nvPr/>
        </p:nvSpPr>
        <p:spPr>
          <a:xfrm>
            <a:off x="822960" y="3803904"/>
            <a:ext cx="2132838" cy="6949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lang="en-US" sz="1500">
                <a:solidFill>
                  <a:schemeClr val="dk1"/>
                </a:solidFill>
                <a:latin typeface="Calibri"/>
                <a:ea typeface="Calibri"/>
                <a:cs typeface="Calibri"/>
                <a:sym typeface="Calibri"/>
              </a:rPr>
              <a:t>Medir la citación de los títulos en los motores.</a:t>
            </a:r>
            <a:endParaRPr sz="1500">
              <a:solidFill>
                <a:schemeClr val="dk1"/>
              </a:solidFill>
              <a:latin typeface="Calibri"/>
              <a:ea typeface="Calibri"/>
              <a:cs typeface="Calibri"/>
              <a:sym typeface="Calibri"/>
            </a:endParaRPr>
          </a:p>
        </p:txBody>
      </p:sp>
      <p:sp>
        <p:nvSpPr>
          <p:cNvPr id="285" name="Google Shape;285;p11"/>
          <p:cNvSpPr/>
          <p:nvPr/>
        </p:nvSpPr>
        <p:spPr>
          <a:xfrm>
            <a:off x="685800" y="4663440"/>
            <a:ext cx="2361438" cy="1261872"/>
          </a:xfrm>
          <a:prstGeom prst="roundRect">
            <a:avLst>
              <a:gd fmla="val 5797" name="adj"/>
            </a:avLst>
          </a:prstGeom>
          <a:solidFill>
            <a:schemeClr val="lt1"/>
          </a:solidFill>
          <a:ln cap="flat" cmpd="sng" w="12700">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6" name="Google Shape;286;p11"/>
          <p:cNvSpPr/>
          <p:nvPr/>
        </p:nvSpPr>
        <p:spPr>
          <a:xfrm>
            <a:off x="822960" y="4791456"/>
            <a:ext cx="658368" cy="310896"/>
          </a:xfrm>
          <a:prstGeom prst="roundRect">
            <a:avLst>
              <a:gd fmla="val 23529" name="adj"/>
            </a:avLst>
          </a:prstGeom>
          <a:solidFill>
            <a:schemeClr val="dk1"/>
          </a:solid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7" name="Google Shape;287;p11"/>
          <p:cNvSpPr txBox="1"/>
          <p:nvPr/>
        </p:nvSpPr>
        <p:spPr>
          <a:xfrm>
            <a:off x="822960" y="4791456"/>
            <a:ext cx="65836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300"/>
              <a:buFont typeface="Calibri"/>
              <a:buNone/>
            </a:pPr>
            <a:r>
              <a:rPr b="1" lang="en-US" sz="1300">
                <a:solidFill>
                  <a:schemeClr val="lt1"/>
                </a:solidFill>
                <a:latin typeface="Calibri"/>
                <a:ea typeface="Calibri"/>
                <a:cs typeface="Calibri"/>
                <a:sym typeface="Calibri"/>
              </a:rPr>
              <a:t>HU2</a:t>
            </a:r>
            <a:endParaRPr sz="1300">
              <a:solidFill>
                <a:schemeClr val="dk1"/>
              </a:solidFill>
              <a:latin typeface="Calibri"/>
              <a:ea typeface="Calibri"/>
              <a:cs typeface="Calibri"/>
              <a:sym typeface="Calibri"/>
            </a:endParaRPr>
          </a:p>
        </p:txBody>
      </p:sp>
      <p:sp>
        <p:nvSpPr>
          <p:cNvPr id="288" name="Google Shape;288;p11"/>
          <p:cNvSpPr txBox="1"/>
          <p:nvPr/>
        </p:nvSpPr>
        <p:spPr>
          <a:xfrm>
            <a:off x="1554480" y="4791456"/>
            <a:ext cx="1355598"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5"/>
              </a:buClr>
              <a:buSzPts val="1300"/>
              <a:buFont typeface="Calibri"/>
              <a:buNone/>
            </a:pPr>
            <a:r>
              <a:rPr lang="en-US" sz="1300">
                <a:solidFill>
                  <a:schemeClr val="accent5"/>
                </a:solidFill>
                <a:latin typeface="Calibri"/>
                <a:ea typeface="Calibri"/>
                <a:cs typeface="Calibri"/>
                <a:sym typeface="Calibri"/>
              </a:rPr>
              <a:t>13 SP · alta</a:t>
            </a:r>
            <a:endParaRPr sz="1300">
              <a:solidFill>
                <a:schemeClr val="dk1"/>
              </a:solidFill>
              <a:latin typeface="Calibri"/>
              <a:ea typeface="Calibri"/>
              <a:cs typeface="Calibri"/>
              <a:sym typeface="Calibri"/>
            </a:endParaRPr>
          </a:p>
        </p:txBody>
      </p:sp>
      <p:sp>
        <p:nvSpPr>
          <p:cNvPr id="289" name="Google Shape;289;p11"/>
          <p:cNvSpPr txBox="1"/>
          <p:nvPr/>
        </p:nvSpPr>
        <p:spPr>
          <a:xfrm>
            <a:off x="822960" y="5175504"/>
            <a:ext cx="2132838" cy="6949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lang="en-US" sz="1500">
                <a:solidFill>
                  <a:schemeClr val="dk1"/>
                </a:solidFill>
                <a:latin typeface="Calibri"/>
                <a:ea typeface="Calibri"/>
                <a:cs typeface="Calibri"/>
                <a:sym typeface="Calibri"/>
              </a:rPr>
              <a:t>Consolidar la posición de las fichas y la popularidad.</a:t>
            </a:r>
            <a:endParaRPr sz="1500">
              <a:solidFill>
                <a:schemeClr val="dk1"/>
              </a:solidFill>
              <a:latin typeface="Calibri"/>
              <a:ea typeface="Calibri"/>
              <a:cs typeface="Calibri"/>
              <a:sym typeface="Calibri"/>
            </a:endParaRPr>
          </a:p>
        </p:txBody>
      </p:sp>
      <p:sp>
        <p:nvSpPr>
          <p:cNvPr id="290" name="Google Shape;290;p11"/>
          <p:cNvSpPr/>
          <p:nvPr/>
        </p:nvSpPr>
        <p:spPr>
          <a:xfrm>
            <a:off x="3367278" y="1691640"/>
            <a:ext cx="2635758" cy="4389120"/>
          </a:xfrm>
          <a:prstGeom prst="roundRect">
            <a:avLst>
              <a:gd fmla="val 4163" name="adj"/>
            </a:avLst>
          </a:prstGeom>
          <a:solidFill>
            <a:schemeClr val="accent6">
              <a:alpha val="14118"/>
            </a:schemeClr>
          </a:solidFill>
          <a:ln cap="flat" cmpd="sng" w="12700">
            <a:solidFill>
              <a:schemeClr val="accent6">
                <a:alpha val="14118"/>
              </a:scheme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1" name="Google Shape;291;p11"/>
          <p:cNvSpPr/>
          <p:nvPr/>
        </p:nvSpPr>
        <p:spPr>
          <a:xfrm>
            <a:off x="3550158" y="1874520"/>
            <a:ext cx="457200" cy="457200"/>
          </a:xfrm>
          <a:prstGeom prst="ellipse">
            <a:avLst/>
          </a:prstGeom>
          <a:solidFill>
            <a:schemeClr val="accent6"/>
          </a:solidFill>
          <a:ln cap="flat" cmpd="sng" w="12700">
            <a:solidFill>
              <a:schemeClr val="accent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2" name="Google Shape;292;p11"/>
          <p:cNvSpPr txBox="1"/>
          <p:nvPr/>
        </p:nvSpPr>
        <p:spPr>
          <a:xfrm>
            <a:off x="3550158" y="187452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800"/>
              <a:buFont typeface="Calibri"/>
              <a:buNone/>
            </a:pPr>
            <a:r>
              <a:rPr b="1" lang="en-US" sz="1800">
                <a:solidFill>
                  <a:schemeClr val="lt1"/>
                </a:solidFill>
                <a:latin typeface="Calibri"/>
                <a:ea typeface="Calibri"/>
                <a:cs typeface="Calibri"/>
                <a:sym typeface="Calibri"/>
              </a:rPr>
              <a:t>2</a:t>
            </a:r>
            <a:endParaRPr sz="1800">
              <a:solidFill>
                <a:schemeClr val="dk1"/>
              </a:solidFill>
              <a:latin typeface="Calibri"/>
              <a:ea typeface="Calibri"/>
              <a:cs typeface="Calibri"/>
              <a:sym typeface="Calibri"/>
            </a:endParaRPr>
          </a:p>
        </p:txBody>
      </p:sp>
      <p:sp>
        <p:nvSpPr>
          <p:cNvPr id="293" name="Google Shape;293;p11"/>
          <p:cNvSpPr txBox="1"/>
          <p:nvPr/>
        </p:nvSpPr>
        <p:spPr>
          <a:xfrm>
            <a:off x="4117086" y="1874520"/>
            <a:ext cx="16459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5"/>
              </a:buClr>
              <a:buSzPts val="1500"/>
              <a:buFont typeface="Calibri"/>
              <a:buNone/>
            </a:pPr>
            <a:r>
              <a:rPr b="1" lang="en-US" sz="1500">
                <a:solidFill>
                  <a:schemeClr val="accent5"/>
                </a:solidFill>
                <a:latin typeface="Calibri"/>
                <a:ea typeface="Calibri"/>
                <a:cs typeface="Calibri"/>
                <a:sym typeface="Calibri"/>
              </a:rPr>
              <a:t>Épica 2</a:t>
            </a:r>
            <a:endParaRPr sz="1500">
              <a:solidFill>
                <a:schemeClr val="dk1"/>
              </a:solidFill>
              <a:latin typeface="Calibri"/>
              <a:ea typeface="Calibri"/>
              <a:cs typeface="Calibri"/>
              <a:sym typeface="Calibri"/>
            </a:endParaRPr>
          </a:p>
        </p:txBody>
      </p:sp>
      <p:sp>
        <p:nvSpPr>
          <p:cNvPr id="294" name="Google Shape;294;p11"/>
          <p:cNvSpPr txBox="1"/>
          <p:nvPr/>
        </p:nvSpPr>
        <p:spPr>
          <a:xfrm>
            <a:off x="3550158" y="2441448"/>
            <a:ext cx="2315718"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700"/>
              <a:buFont typeface="Calibri"/>
              <a:buNone/>
            </a:pPr>
            <a:r>
              <a:rPr b="1" lang="en-US" sz="1700">
                <a:solidFill>
                  <a:schemeClr val="dk1"/>
                </a:solidFill>
                <a:latin typeface="Calibri"/>
                <a:ea typeface="Calibri"/>
                <a:cs typeface="Calibri"/>
                <a:sym typeface="Calibri"/>
              </a:rPr>
              <a:t>Predicción de la probabilidad de citación</a:t>
            </a:r>
            <a:endParaRPr sz="1700">
              <a:solidFill>
                <a:schemeClr val="dk1"/>
              </a:solidFill>
              <a:latin typeface="Calibri"/>
              <a:ea typeface="Calibri"/>
              <a:cs typeface="Calibri"/>
              <a:sym typeface="Calibri"/>
            </a:endParaRPr>
          </a:p>
        </p:txBody>
      </p:sp>
      <p:sp>
        <p:nvSpPr>
          <p:cNvPr id="295" name="Google Shape;295;p11"/>
          <p:cNvSpPr/>
          <p:nvPr/>
        </p:nvSpPr>
        <p:spPr>
          <a:xfrm>
            <a:off x="3504438" y="3291840"/>
            <a:ext cx="2361438" cy="1261872"/>
          </a:xfrm>
          <a:prstGeom prst="roundRect">
            <a:avLst>
              <a:gd fmla="val 5797" name="adj"/>
            </a:avLst>
          </a:prstGeom>
          <a:solidFill>
            <a:schemeClr val="lt1"/>
          </a:solidFill>
          <a:ln cap="flat" cmpd="sng" w="12700">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6" name="Google Shape;296;p11"/>
          <p:cNvSpPr/>
          <p:nvPr/>
        </p:nvSpPr>
        <p:spPr>
          <a:xfrm>
            <a:off x="3641598" y="3419856"/>
            <a:ext cx="658368" cy="310896"/>
          </a:xfrm>
          <a:prstGeom prst="roundRect">
            <a:avLst>
              <a:gd fmla="val 23529" name="adj"/>
            </a:avLst>
          </a:prstGeom>
          <a:solidFill>
            <a:schemeClr val="dk1"/>
          </a:solid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7" name="Google Shape;297;p11"/>
          <p:cNvSpPr txBox="1"/>
          <p:nvPr/>
        </p:nvSpPr>
        <p:spPr>
          <a:xfrm>
            <a:off x="3641598" y="3419856"/>
            <a:ext cx="65836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300"/>
              <a:buFont typeface="Calibri"/>
              <a:buNone/>
            </a:pPr>
            <a:r>
              <a:rPr b="1" lang="en-US" sz="1300">
                <a:solidFill>
                  <a:schemeClr val="lt1"/>
                </a:solidFill>
                <a:latin typeface="Calibri"/>
                <a:ea typeface="Calibri"/>
                <a:cs typeface="Calibri"/>
                <a:sym typeface="Calibri"/>
              </a:rPr>
              <a:t>HU3</a:t>
            </a:r>
            <a:endParaRPr sz="1300">
              <a:solidFill>
                <a:schemeClr val="dk1"/>
              </a:solidFill>
              <a:latin typeface="Calibri"/>
              <a:ea typeface="Calibri"/>
              <a:cs typeface="Calibri"/>
              <a:sym typeface="Calibri"/>
            </a:endParaRPr>
          </a:p>
        </p:txBody>
      </p:sp>
      <p:sp>
        <p:nvSpPr>
          <p:cNvPr id="298" name="Google Shape;298;p11"/>
          <p:cNvSpPr txBox="1"/>
          <p:nvPr/>
        </p:nvSpPr>
        <p:spPr>
          <a:xfrm>
            <a:off x="4373118" y="3419856"/>
            <a:ext cx="1355598"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5"/>
              </a:buClr>
              <a:buSzPts val="1300"/>
              <a:buFont typeface="Calibri"/>
              <a:buNone/>
            </a:pPr>
            <a:r>
              <a:rPr lang="en-US" sz="1300">
                <a:solidFill>
                  <a:schemeClr val="accent5"/>
                </a:solidFill>
                <a:latin typeface="Calibri"/>
                <a:ea typeface="Calibri"/>
                <a:cs typeface="Calibri"/>
                <a:sym typeface="Calibri"/>
              </a:rPr>
              <a:t>13 SP · alta</a:t>
            </a:r>
            <a:endParaRPr sz="1300">
              <a:solidFill>
                <a:schemeClr val="dk1"/>
              </a:solidFill>
              <a:latin typeface="Calibri"/>
              <a:ea typeface="Calibri"/>
              <a:cs typeface="Calibri"/>
              <a:sym typeface="Calibri"/>
            </a:endParaRPr>
          </a:p>
        </p:txBody>
      </p:sp>
      <p:sp>
        <p:nvSpPr>
          <p:cNvPr id="299" name="Google Shape;299;p11"/>
          <p:cNvSpPr txBox="1"/>
          <p:nvPr/>
        </p:nvSpPr>
        <p:spPr>
          <a:xfrm>
            <a:off x="3641598" y="3803904"/>
            <a:ext cx="2132838" cy="6949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lang="en-US" sz="1500">
                <a:solidFill>
                  <a:schemeClr val="dk1"/>
                </a:solidFill>
                <a:latin typeface="Calibri"/>
                <a:ea typeface="Calibri"/>
                <a:cs typeface="Calibri"/>
                <a:sym typeface="Calibri"/>
              </a:rPr>
              <a:t>Entrenar un modelo que priorice las características.</a:t>
            </a:r>
            <a:endParaRPr sz="1500">
              <a:solidFill>
                <a:schemeClr val="dk1"/>
              </a:solidFill>
              <a:latin typeface="Calibri"/>
              <a:ea typeface="Calibri"/>
              <a:cs typeface="Calibri"/>
              <a:sym typeface="Calibri"/>
            </a:endParaRPr>
          </a:p>
        </p:txBody>
      </p:sp>
      <p:sp>
        <p:nvSpPr>
          <p:cNvPr id="300" name="Google Shape;300;p11"/>
          <p:cNvSpPr/>
          <p:nvPr/>
        </p:nvSpPr>
        <p:spPr>
          <a:xfrm>
            <a:off x="3504438" y="4663440"/>
            <a:ext cx="2361438" cy="1261872"/>
          </a:xfrm>
          <a:prstGeom prst="roundRect">
            <a:avLst>
              <a:gd fmla="val 5797" name="adj"/>
            </a:avLst>
          </a:prstGeom>
          <a:solidFill>
            <a:schemeClr val="lt1"/>
          </a:solidFill>
          <a:ln cap="flat" cmpd="sng" w="12700">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1" name="Google Shape;301;p11"/>
          <p:cNvSpPr/>
          <p:nvPr/>
        </p:nvSpPr>
        <p:spPr>
          <a:xfrm>
            <a:off x="3641598" y="4791456"/>
            <a:ext cx="658368" cy="310896"/>
          </a:xfrm>
          <a:prstGeom prst="roundRect">
            <a:avLst>
              <a:gd fmla="val 23529" name="adj"/>
            </a:avLst>
          </a:prstGeom>
          <a:solidFill>
            <a:schemeClr val="dk1"/>
          </a:solid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2" name="Google Shape;302;p11"/>
          <p:cNvSpPr txBox="1"/>
          <p:nvPr/>
        </p:nvSpPr>
        <p:spPr>
          <a:xfrm>
            <a:off x="3641598" y="4791456"/>
            <a:ext cx="65836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300"/>
              <a:buFont typeface="Calibri"/>
              <a:buNone/>
            </a:pPr>
            <a:r>
              <a:rPr b="1" lang="en-US" sz="1300">
                <a:solidFill>
                  <a:schemeClr val="lt1"/>
                </a:solidFill>
                <a:latin typeface="Calibri"/>
                <a:ea typeface="Calibri"/>
                <a:cs typeface="Calibri"/>
                <a:sym typeface="Calibri"/>
              </a:rPr>
              <a:t>HU4</a:t>
            </a:r>
            <a:endParaRPr sz="1300">
              <a:solidFill>
                <a:schemeClr val="dk1"/>
              </a:solidFill>
              <a:latin typeface="Calibri"/>
              <a:ea typeface="Calibri"/>
              <a:cs typeface="Calibri"/>
              <a:sym typeface="Calibri"/>
            </a:endParaRPr>
          </a:p>
        </p:txBody>
      </p:sp>
      <p:sp>
        <p:nvSpPr>
          <p:cNvPr id="303" name="Google Shape;303;p11"/>
          <p:cNvSpPr txBox="1"/>
          <p:nvPr/>
        </p:nvSpPr>
        <p:spPr>
          <a:xfrm>
            <a:off x="4373118" y="4791456"/>
            <a:ext cx="1355598"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5"/>
              </a:buClr>
              <a:buSzPts val="1300"/>
              <a:buFont typeface="Calibri"/>
              <a:buNone/>
            </a:pPr>
            <a:r>
              <a:rPr lang="en-US" sz="1300">
                <a:solidFill>
                  <a:schemeClr val="accent5"/>
                </a:solidFill>
                <a:latin typeface="Calibri"/>
                <a:ea typeface="Calibri"/>
                <a:cs typeface="Calibri"/>
                <a:sym typeface="Calibri"/>
              </a:rPr>
              <a:t>13 SP · alta</a:t>
            </a:r>
            <a:endParaRPr sz="1300">
              <a:solidFill>
                <a:schemeClr val="dk1"/>
              </a:solidFill>
              <a:latin typeface="Calibri"/>
              <a:ea typeface="Calibri"/>
              <a:cs typeface="Calibri"/>
              <a:sym typeface="Calibri"/>
            </a:endParaRPr>
          </a:p>
        </p:txBody>
      </p:sp>
      <p:sp>
        <p:nvSpPr>
          <p:cNvPr id="304" name="Google Shape;304;p11"/>
          <p:cNvSpPr txBox="1"/>
          <p:nvPr/>
        </p:nvSpPr>
        <p:spPr>
          <a:xfrm>
            <a:off x="3641598" y="5175504"/>
            <a:ext cx="2132838" cy="6949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lang="en-US" sz="1500">
                <a:solidFill>
                  <a:schemeClr val="dk1"/>
                </a:solidFill>
                <a:latin typeface="Calibri"/>
                <a:ea typeface="Calibri"/>
                <a:cs typeface="Calibri"/>
                <a:sym typeface="Calibri"/>
              </a:rPr>
              <a:t>Validar el modelo con mediciones repetidas.</a:t>
            </a:r>
            <a:endParaRPr sz="1500">
              <a:solidFill>
                <a:schemeClr val="dk1"/>
              </a:solidFill>
              <a:latin typeface="Calibri"/>
              <a:ea typeface="Calibri"/>
              <a:cs typeface="Calibri"/>
              <a:sym typeface="Calibri"/>
            </a:endParaRPr>
          </a:p>
        </p:txBody>
      </p:sp>
      <p:sp>
        <p:nvSpPr>
          <p:cNvPr id="305" name="Google Shape;305;p11"/>
          <p:cNvSpPr/>
          <p:nvPr/>
        </p:nvSpPr>
        <p:spPr>
          <a:xfrm>
            <a:off x="6185916" y="1691640"/>
            <a:ext cx="2635758" cy="4389120"/>
          </a:xfrm>
          <a:prstGeom prst="roundRect">
            <a:avLst>
              <a:gd fmla="val 4163" name="adj"/>
            </a:avLst>
          </a:prstGeom>
          <a:solidFill>
            <a:schemeClr val="accent1">
              <a:alpha val="14118"/>
            </a:schemeClr>
          </a:solidFill>
          <a:ln cap="flat" cmpd="sng" w="12700">
            <a:solidFill>
              <a:schemeClr val="accent1">
                <a:alpha val="14118"/>
              </a:scheme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6" name="Google Shape;306;p11"/>
          <p:cNvSpPr/>
          <p:nvPr/>
        </p:nvSpPr>
        <p:spPr>
          <a:xfrm>
            <a:off x="6368796" y="1874520"/>
            <a:ext cx="457200" cy="457200"/>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7" name="Google Shape;307;p11"/>
          <p:cNvSpPr txBox="1"/>
          <p:nvPr/>
        </p:nvSpPr>
        <p:spPr>
          <a:xfrm>
            <a:off x="6368796" y="187452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800"/>
              <a:buFont typeface="Calibri"/>
              <a:buNone/>
            </a:pPr>
            <a:r>
              <a:rPr b="1" lang="en-US" sz="1800">
                <a:solidFill>
                  <a:schemeClr val="lt1"/>
                </a:solidFill>
                <a:latin typeface="Calibri"/>
                <a:ea typeface="Calibri"/>
                <a:cs typeface="Calibri"/>
                <a:sym typeface="Calibri"/>
              </a:rPr>
              <a:t>3</a:t>
            </a:r>
            <a:endParaRPr sz="1800">
              <a:solidFill>
                <a:schemeClr val="dk1"/>
              </a:solidFill>
              <a:latin typeface="Calibri"/>
              <a:ea typeface="Calibri"/>
              <a:cs typeface="Calibri"/>
              <a:sym typeface="Calibri"/>
            </a:endParaRPr>
          </a:p>
        </p:txBody>
      </p:sp>
      <p:sp>
        <p:nvSpPr>
          <p:cNvPr id="308" name="Google Shape;308;p11"/>
          <p:cNvSpPr txBox="1"/>
          <p:nvPr/>
        </p:nvSpPr>
        <p:spPr>
          <a:xfrm>
            <a:off x="6935724" y="1874520"/>
            <a:ext cx="16459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5"/>
              </a:buClr>
              <a:buSzPts val="1500"/>
              <a:buFont typeface="Calibri"/>
              <a:buNone/>
            </a:pPr>
            <a:r>
              <a:rPr b="1" lang="en-US" sz="1500">
                <a:solidFill>
                  <a:schemeClr val="accent5"/>
                </a:solidFill>
                <a:latin typeface="Calibri"/>
                <a:ea typeface="Calibri"/>
                <a:cs typeface="Calibri"/>
                <a:sym typeface="Calibri"/>
              </a:rPr>
              <a:t>Épica 3</a:t>
            </a:r>
            <a:endParaRPr sz="1500">
              <a:solidFill>
                <a:schemeClr val="dk1"/>
              </a:solidFill>
              <a:latin typeface="Calibri"/>
              <a:ea typeface="Calibri"/>
              <a:cs typeface="Calibri"/>
              <a:sym typeface="Calibri"/>
            </a:endParaRPr>
          </a:p>
        </p:txBody>
      </p:sp>
      <p:sp>
        <p:nvSpPr>
          <p:cNvPr id="309" name="Google Shape;309;p11"/>
          <p:cNvSpPr txBox="1"/>
          <p:nvPr/>
        </p:nvSpPr>
        <p:spPr>
          <a:xfrm>
            <a:off x="6368796" y="2441448"/>
            <a:ext cx="2315718"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700"/>
              <a:buFont typeface="Calibri"/>
              <a:buNone/>
            </a:pPr>
            <a:r>
              <a:rPr b="1" lang="en-US" sz="1700">
                <a:solidFill>
                  <a:schemeClr val="dk1"/>
                </a:solidFill>
                <a:latin typeface="Calibri"/>
                <a:ea typeface="Calibri"/>
                <a:cs typeface="Calibri"/>
                <a:sym typeface="Calibri"/>
              </a:rPr>
              <a:t>Generación y verificación de sinopsis</a:t>
            </a:r>
            <a:endParaRPr sz="1700">
              <a:solidFill>
                <a:schemeClr val="dk1"/>
              </a:solidFill>
              <a:latin typeface="Calibri"/>
              <a:ea typeface="Calibri"/>
              <a:cs typeface="Calibri"/>
              <a:sym typeface="Calibri"/>
            </a:endParaRPr>
          </a:p>
        </p:txBody>
      </p:sp>
      <p:sp>
        <p:nvSpPr>
          <p:cNvPr id="310" name="Google Shape;310;p11"/>
          <p:cNvSpPr/>
          <p:nvPr/>
        </p:nvSpPr>
        <p:spPr>
          <a:xfrm>
            <a:off x="6323076" y="3291840"/>
            <a:ext cx="2361438" cy="1261872"/>
          </a:xfrm>
          <a:prstGeom prst="roundRect">
            <a:avLst>
              <a:gd fmla="val 5797" name="adj"/>
            </a:avLst>
          </a:prstGeom>
          <a:solidFill>
            <a:schemeClr val="lt1"/>
          </a:solidFill>
          <a:ln cap="flat" cmpd="sng" w="12700">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1" name="Google Shape;311;p11"/>
          <p:cNvSpPr/>
          <p:nvPr/>
        </p:nvSpPr>
        <p:spPr>
          <a:xfrm>
            <a:off x="6460236" y="3419856"/>
            <a:ext cx="658368" cy="310896"/>
          </a:xfrm>
          <a:prstGeom prst="roundRect">
            <a:avLst>
              <a:gd fmla="val 23529" name="adj"/>
            </a:avLst>
          </a:prstGeom>
          <a:solidFill>
            <a:schemeClr val="dk1"/>
          </a:solid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2" name="Google Shape;312;p11"/>
          <p:cNvSpPr txBox="1"/>
          <p:nvPr/>
        </p:nvSpPr>
        <p:spPr>
          <a:xfrm>
            <a:off x="6460236" y="3419856"/>
            <a:ext cx="65836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300"/>
              <a:buFont typeface="Calibri"/>
              <a:buNone/>
            </a:pPr>
            <a:r>
              <a:rPr b="1" lang="en-US" sz="1300">
                <a:solidFill>
                  <a:schemeClr val="lt1"/>
                </a:solidFill>
                <a:latin typeface="Calibri"/>
                <a:ea typeface="Calibri"/>
                <a:cs typeface="Calibri"/>
                <a:sym typeface="Calibri"/>
              </a:rPr>
              <a:t>HU5</a:t>
            </a:r>
            <a:endParaRPr sz="1300">
              <a:solidFill>
                <a:schemeClr val="dk1"/>
              </a:solidFill>
              <a:latin typeface="Calibri"/>
              <a:ea typeface="Calibri"/>
              <a:cs typeface="Calibri"/>
              <a:sym typeface="Calibri"/>
            </a:endParaRPr>
          </a:p>
        </p:txBody>
      </p:sp>
      <p:sp>
        <p:nvSpPr>
          <p:cNvPr id="313" name="Google Shape;313;p11"/>
          <p:cNvSpPr txBox="1"/>
          <p:nvPr/>
        </p:nvSpPr>
        <p:spPr>
          <a:xfrm>
            <a:off x="7191756" y="3419856"/>
            <a:ext cx="1355598"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5"/>
              </a:buClr>
              <a:buSzPts val="1300"/>
              <a:buFont typeface="Calibri"/>
              <a:buNone/>
            </a:pPr>
            <a:r>
              <a:rPr lang="en-US" sz="1300">
                <a:solidFill>
                  <a:schemeClr val="accent5"/>
                </a:solidFill>
                <a:latin typeface="Calibri"/>
                <a:ea typeface="Calibri"/>
                <a:cs typeface="Calibri"/>
                <a:sym typeface="Calibri"/>
              </a:rPr>
              <a:t>13 SP · alta</a:t>
            </a:r>
            <a:endParaRPr sz="1300">
              <a:solidFill>
                <a:schemeClr val="dk1"/>
              </a:solidFill>
              <a:latin typeface="Calibri"/>
              <a:ea typeface="Calibri"/>
              <a:cs typeface="Calibri"/>
              <a:sym typeface="Calibri"/>
            </a:endParaRPr>
          </a:p>
        </p:txBody>
      </p:sp>
      <p:sp>
        <p:nvSpPr>
          <p:cNvPr id="314" name="Google Shape;314;p11"/>
          <p:cNvSpPr txBox="1"/>
          <p:nvPr/>
        </p:nvSpPr>
        <p:spPr>
          <a:xfrm>
            <a:off x="6460236" y="3803904"/>
            <a:ext cx="2132838" cy="6949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lang="en-US" sz="1500">
                <a:solidFill>
                  <a:schemeClr val="dk1"/>
                </a:solidFill>
                <a:latin typeface="Calibri"/>
                <a:ea typeface="Calibri"/>
                <a:cs typeface="Calibri"/>
                <a:sym typeface="Calibri"/>
              </a:rPr>
              <a:t>Sugerir una sinopsis optimizada para la citación.</a:t>
            </a:r>
            <a:endParaRPr sz="1500">
              <a:solidFill>
                <a:schemeClr val="dk1"/>
              </a:solidFill>
              <a:latin typeface="Calibri"/>
              <a:ea typeface="Calibri"/>
              <a:cs typeface="Calibri"/>
              <a:sym typeface="Calibri"/>
            </a:endParaRPr>
          </a:p>
        </p:txBody>
      </p:sp>
      <p:sp>
        <p:nvSpPr>
          <p:cNvPr id="315" name="Google Shape;315;p11"/>
          <p:cNvSpPr/>
          <p:nvPr/>
        </p:nvSpPr>
        <p:spPr>
          <a:xfrm>
            <a:off x="6323076" y="4663440"/>
            <a:ext cx="2361438" cy="1261872"/>
          </a:xfrm>
          <a:prstGeom prst="roundRect">
            <a:avLst>
              <a:gd fmla="val 5797" name="adj"/>
            </a:avLst>
          </a:prstGeom>
          <a:solidFill>
            <a:schemeClr val="lt1"/>
          </a:solidFill>
          <a:ln cap="flat" cmpd="sng" w="12700">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6" name="Google Shape;316;p11"/>
          <p:cNvSpPr/>
          <p:nvPr/>
        </p:nvSpPr>
        <p:spPr>
          <a:xfrm>
            <a:off x="6460236" y="4791456"/>
            <a:ext cx="658368" cy="310896"/>
          </a:xfrm>
          <a:prstGeom prst="roundRect">
            <a:avLst>
              <a:gd fmla="val 23529" name="adj"/>
            </a:avLst>
          </a:prstGeom>
          <a:solidFill>
            <a:schemeClr val="dk1"/>
          </a:solid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7" name="Google Shape;317;p11"/>
          <p:cNvSpPr txBox="1"/>
          <p:nvPr/>
        </p:nvSpPr>
        <p:spPr>
          <a:xfrm>
            <a:off x="6460236" y="4791456"/>
            <a:ext cx="65836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300"/>
              <a:buFont typeface="Calibri"/>
              <a:buNone/>
            </a:pPr>
            <a:r>
              <a:rPr b="1" lang="en-US" sz="1300">
                <a:solidFill>
                  <a:schemeClr val="lt1"/>
                </a:solidFill>
                <a:latin typeface="Calibri"/>
                <a:ea typeface="Calibri"/>
                <a:cs typeface="Calibri"/>
                <a:sym typeface="Calibri"/>
              </a:rPr>
              <a:t>HU6</a:t>
            </a:r>
            <a:endParaRPr sz="1300">
              <a:solidFill>
                <a:schemeClr val="dk1"/>
              </a:solidFill>
              <a:latin typeface="Calibri"/>
              <a:ea typeface="Calibri"/>
              <a:cs typeface="Calibri"/>
              <a:sym typeface="Calibri"/>
            </a:endParaRPr>
          </a:p>
        </p:txBody>
      </p:sp>
      <p:sp>
        <p:nvSpPr>
          <p:cNvPr id="318" name="Google Shape;318;p11"/>
          <p:cNvSpPr txBox="1"/>
          <p:nvPr/>
        </p:nvSpPr>
        <p:spPr>
          <a:xfrm>
            <a:off x="7191756" y="4791456"/>
            <a:ext cx="1355598"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5"/>
              </a:buClr>
              <a:buSzPts val="1300"/>
              <a:buFont typeface="Calibri"/>
              <a:buNone/>
            </a:pPr>
            <a:r>
              <a:rPr lang="en-US" sz="1300">
                <a:solidFill>
                  <a:schemeClr val="accent5"/>
                </a:solidFill>
                <a:latin typeface="Calibri"/>
                <a:ea typeface="Calibri"/>
                <a:cs typeface="Calibri"/>
                <a:sym typeface="Calibri"/>
              </a:rPr>
              <a:t>13 SP · media</a:t>
            </a:r>
            <a:endParaRPr sz="1300">
              <a:solidFill>
                <a:schemeClr val="dk1"/>
              </a:solidFill>
              <a:latin typeface="Calibri"/>
              <a:ea typeface="Calibri"/>
              <a:cs typeface="Calibri"/>
              <a:sym typeface="Calibri"/>
            </a:endParaRPr>
          </a:p>
        </p:txBody>
      </p:sp>
      <p:sp>
        <p:nvSpPr>
          <p:cNvPr id="319" name="Google Shape;319;p11"/>
          <p:cNvSpPr txBox="1"/>
          <p:nvPr/>
        </p:nvSpPr>
        <p:spPr>
          <a:xfrm>
            <a:off x="6460236" y="5175504"/>
            <a:ext cx="2132838" cy="6949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lang="en-US" sz="1500">
                <a:solidFill>
                  <a:schemeClr val="dk1"/>
                </a:solidFill>
                <a:latin typeface="Calibri"/>
                <a:ea typeface="Calibri"/>
                <a:cs typeface="Calibri"/>
                <a:sym typeface="Calibri"/>
              </a:rPr>
              <a:t>Preservar la fidelidad de la sinopsis original.</a:t>
            </a:r>
            <a:endParaRPr sz="1500">
              <a:solidFill>
                <a:schemeClr val="dk1"/>
              </a:solidFill>
              <a:latin typeface="Calibri"/>
              <a:ea typeface="Calibri"/>
              <a:cs typeface="Calibri"/>
              <a:sym typeface="Calibri"/>
            </a:endParaRPr>
          </a:p>
        </p:txBody>
      </p:sp>
      <p:sp>
        <p:nvSpPr>
          <p:cNvPr id="320" name="Google Shape;320;p11"/>
          <p:cNvSpPr/>
          <p:nvPr/>
        </p:nvSpPr>
        <p:spPr>
          <a:xfrm>
            <a:off x="9004554" y="1691640"/>
            <a:ext cx="2635758" cy="4389120"/>
          </a:xfrm>
          <a:prstGeom prst="roundRect">
            <a:avLst>
              <a:gd fmla="val 4163" name="adj"/>
            </a:avLst>
          </a:prstGeom>
          <a:solidFill>
            <a:schemeClr val="accent3">
              <a:alpha val="14118"/>
            </a:schemeClr>
          </a:solidFill>
          <a:ln cap="flat" cmpd="sng" w="12700">
            <a:solidFill>
              <a:schemeClr val="accent3">
                <a:alpha val="14118"/>
              </a:scheme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1" name="Google Shape;321;p11"/>
          <p:cNvSpPr/>
          <p:nvPr/>
        </p:nvSpPr>
        <p:spPr>
          <a:xfrm>
            <a:off x="9187434" y="1874520"/>
            <a:ext cx="457200" cy="457200"/>
          </a:xfrm>
          <a:prstGeom prst="ellipse">
            <a:avLst/>
          </a:prstGeom>
          <a:solidFill>
            <a:schemeClr val="accent3"/>
          </a:solidFill>
          <a:ln cap="flat" cmpd="sng" w="12700">
            <a:solidFill>
              <a:schemeClr val="accent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2" name="Google Shape;322;p11"/>
          <p:cNvSpPr txBox="1"/>
          <p:nvPr/>
        </p:nvSpPr>
        <p:spPr>
          <a:xfrm>
            <a:off x="9187434" y="187452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800"/>
              <a:buFont typeface="Calibri"/>
              <a:buNone/>
            </a:pPr>
            <a:r>
              <a:rPr b="1" lang="en-US" sz="1800">
                <a:solidFill>
                  <a:schemeClr val="lt1"/>
                </a:solidFill>
                <a:latin typeface="Calibri"/>
                <a:ea typeface="Calibri"/>
                <a:cs typeface="Calibri"/>
                <a:sym typeface="Calibri"/>
              </a:rPr>
              <a:t>4</a:t>
            </a:r>
            <a:endParaRPr sz="1800">
              <a:solidFill>
                <a:schemeClr val="dk1"/>
              </a:solidFill>
              <a:latin typeface="Calibri"/>
              <a:ea typeface="Calibri"/>
              <a:cs typeface="Calibri"/>
              <a:sym typeface="Calibri"/>
            </a:endParaRPr>
          </a:p>
        </p:txBody>
      </p:sp>
      <p:sp>
        <p:nvSpPr>
          <p:cNvPr id="323" name="Google Shape;323;p11"/>
          <p:cNvSpPr txBox="1"/>
          <p:nvPr/>
        </p:nvSpPr>
        <p:spPr>
          <a:xfrm>
            <a:off x="9754362" y="1874520"/>
            <a:ext cx="16459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5"/>
              </a:buClr>
              <a:buSzPts val="1500"/>
              <a:buFont typeface="Calibri"/>
              <a:buNone/>
            </a:pPr>
            <a:r>
              <a:rPr b="1" lang="en-US" sz="1500">
                <a:solidFill>
                  <a:schemeClr val="accent5"/>
                </a:solidFill>
                <a:latin typeface="Calibri"/>
                <a:ea typeface="Calibri"/>
                <a:cs typeface="Calibri"/>
                <a:sym typeface="Calibri"/>
              </a:rPr>
              <a:t>Épica 4</a:t>
            </a:r>
            <a:endParaRPr sz="1500">
              <a:solidFill>
                <a:schemeClr val="dk1"/>
              </a:solidFill>
              <a:latin typeface="Calibri"/>
              <a:ea typeface="Calibri"/>
              <a:cs typeface="Calibri"/>
              <a:sym typeface="Calibri"/>
            </a:endParaRPr>
          </a:p>
        </p:txBody>
      </p:sp>
      <p:sp>
        <p:nvSpPr>
          <p:cNvPr id="324" name="Google Shape;324;p11"/>
          <p:cNvSpPr txBox="1"/>
          <p:nvPr/>
        </p:nvSpPr>
        <p:spPr>
          <a:xfrm>
            <a:off x="9187434" y="2441448"/>
            <a:ext cx="2315718"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700"/>
              <a:buFont typeface="Calibri"/>
              <a:buNone/>
            </a:pPr>
            <a:r>
              <a:rPr b="1" lang="en-US" sz="1700">
                <a:solidFill>
                  <a:schemeClr val="dk1"/>
                </a:solidFill>
                <a:latin typeface="Calibri"/>
                <a:ea typeface="Calibri"/>
                <a:cs typeface="Calibri"/>
                <a:sym typeface="Calibri"/>
              </a:rPr>
              <a:t>Piloto y medición de resultados</a:t>
            </a:r>
            <a:endParaRPr sz="1700">
              <a:solidFill>
                <a:schemeClr val="dk1"/>
              </a:solidFill>
              <a:latin typeface="Calibri"/>
              <a:ea typeface="Calibri"/>
              <a:cs typeface="Calibri"/>
              <a:sym typeface="Calibri"/>
            </a:endParaRPr>
          </a:p>
        </p:txBody>
      </p:sp>
      <p:sp>
        <p:nvSpPr>
          <p:cNvPr id="325" name="Google Shape;325;p11"/>
          <p:cNvSpPr/>
          <p:nvPr/>
        </p:nvSpPr>
        <p:spPr>
          <a:xfrm>
            <a:off x="9141714" y="3291840"/>
            <a:ext cx="2361438" cy="1261872"/>
          </a:xfrm>
          <a:prstGeom prst="roundRect">
            <a:avLst>
              <a:gd fmla="val 5797" name="adj"/>
            </a:avLst>
          </a:prstGeom>
          <a:solidFill>
            <a:schemeClr val="lt1"/>
          </a:solidFill>
          <a:ln cap="flat" cmpd="sng" w="12700">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6" name="Google Shape;326;p11"/>
          <p:cNvSpPr/>
          <p:nvPr/>
        </p:nvSpPr>
        <p:spPr>
          <a:xfrm>
            <a:off x="9278874" y="3419856"/>
            <a:ext cx="658368" cy="310896"/>
          </a:xfrm>
          <a:prstGeom prst="roundRect">
            <a:avLst>
              <a:gd fmla="val 23529" name="adj"/>
            </a:avLst>
          </a:prstGeom>
          <a:solidFill>
            <a:schemeClr val="dk1"/>
          </a:solid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7" name="Google Shape;327;p11"/>
          <p:cNvSpPr txBox="1"/>
          <p:nvPr/>
        </p:nvSpPr>
        <p:spPr>
          <a:xfrm>
            <a:off x="9278874" y="3419856"/>
            <a:ext cx="65836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300"/>
              <a:buFont typeface="Calibri"/>
              <a:buNone/>
            </a:pPr>
            <a:r>
              <a:rPr b="1" lang="en-US" sz="1300">
                <a:solidFill>
                  <a:schemeClr val="lt1"/>
                </a:solidFill>
                <a:latin typeface="Calibri"/>
                <a:ea typeface="Calibri"/>
                <a:cs typeface="Calibri"/>
                <a:sym typeface="Calibri"/>
              </a:rPr>
              <a:t>HU7</a:t>
            </a:r>
            <a:endParaRPr sz="1300">
              <a:solidFill>
                <a:schemeClr val="dk1"/>
              </a:solidFill>
              <a:latin typeface="Calibri"/>
              <a:ea typeface="Calibri"/>
              <a:cs typeface="Calibri"/>
              <a:sym typeface="Calibri"/>
            </a:endParaRPr>
          </a:p>
        </p:txBody>
      </p:sp>
      <p:sp>
        <p:nvSpPr>
          <p:cNvPr id="328" name="Google Shape;328;p11"/>
          <p:cNvSpPr txBox="1"/>
          <p:nvPr/>
        </p:nvSpPr>
        <p:spPr>
          <a:xfrm>
            <a:off x="10010394" y="3419856"/>
            <a:ext cx="1355598"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5"/>
              </a:buClr>
              <a:buSzPts val="1300"/>
              <a:buFont typeface="Calibri"/>
              <a:buNone/>
            </a:pPr>
            <a:r>
              <a:rPr lang="en-US" sz="1300">
                <a:solidFill>
                  <a:schemeClr val="accent5"/>
                </a:solidFill>
                <a:latin typeface="Calibri"/>
                <a:ea typeface="Calibri"/>
                <a:cs typeface="Calibri"/>
                <a:sym typeface="Calibri"/>
              </a:rPr>
              <a:t>21 SP · alta</a:t>
            </a:r>
            <a:endParaRPr sz="1300">
              <a:solidFill>
                <a:schemeClr val="dk1"/>
              </a:solidFill>
              <a:latin typeface="Calibri"/>
              <a:ea typeface="Calibri"/>
              <a:cs typeface="Calibri"/>
              <a:sym typeface="Calibri"/>
            </a:endParaRPr>
          </a:p>
        </p:txBody>
      </p:sp>
      <p:sp>
        <p:nvSpPr>
          <p:cNvPr id="329" name="Google Shape;329;p11"/>
          <p:cNvSpPr txBox="1"/>
          <p:nvPr/>
        </p:nvSpPr>
        <p:spPr>
          <a:xfrm>
            <a:off x="9278874" y="3803904"/>
            <a:ext cx="2132838" cy="6949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lang="en-US" sz="1500">
                <a:solidFill>
                  <a:schemeClr val="dk1"/>
                </a:solidFill>
                <a:latin typeface="Calibri"/>
                <a:ea typeface="Calibri"/>
                <a:cs typeface="Calibri"/>
                <a:sym typeface="Calibri"/>
              </a:rPr>
              <a:t>Medir la mejora frente a un grupo de control.</a:t>
            </a:r>
            <a:endParaRPr sz="1500">
              <a:solidFill>
                <a:schemeClr val="dk1"/>
              </a:solidFill>
              <a:latin typeface="Calibri"/>
              <a:ea typeface="Calibri"/>
              <a:cs typeface="Calibri"/>
              <a:sym typeface="Calibri"/>
            </a:endParaRPr>
          </a:p>
        </p:txBody>
      </p:sp>
      <p:sp>
        <p:nvSpPr>
          <p:cNvPr id="330" name="Google Shape;330;p11"/>
          <p:cNvSpPr/>
          <p:nvPr/>
        </p:nvSpPr>
        <p:spPr>
          <a:xfrm>
            <a:off x="9141714" y="4663440"/>
            <a:ext cx="2361438" cy="1261872"/>
          </a:xfrm>
          <a:prstGeom prst="roundRect">
            <a:avLst>
              <a:gd fmla="val 5797" name="adj"/>
            </a:avLst>
          </a:prstGeom>
          <a:solidFill>
            <a:schemeClr val="lt1"/>
          </a:solidFill>
          <a:ln cap="flat" cmpd="sng" w="12700">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1" name="Google Shape;331;p11"/>
          <p:cNvSpPr/>
          <p:nvPr/>
        </p:nvSpPr>
        <p:spPr>
          <a:xfrm>
            <a:off x="9278874" y="4791456"/>
            <a:ext cx="658368" cy="310896"/>
          </a:xfrm>
          <a:prstGeom prst="roundRect">
            <a:avLst>
              <a:gd fmla="val 23529" name="adj"/>
            </a:avLst>
          </a:prstGeom>
          <a:solidFill>
            <a:schemeClr val="dk1"/>
          </a:solid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2" name="Google Shape;332;p11"/>
          <p:cNvSpPr txBox="1"/>
          <p:nvPr/>
        </p:nvSpPr>
        <p:spPr>
          <a:xfrm>
            <a:off x="9278874" y="4791456"/>
            <a:ext cx="65836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300"/>
              <a:buFont typeface="Calibri"/>
              <a:buNone/>
            </a:pPr>
            <a:r>
              <a:rPr b="1" lang="en-US" sz="1300">
                <a:solidFill>
                  <a:schemeClr val="lt1"/>
                </a:solidFill>
                <a:latin typeface="Calibri"/>
                <a:ea typeface="Calibri"/>
                <a:cs typeface="Calibri"/>
                <a:sym typeface="Calibri"/>
              </a:rPr>
              <a:t>HU8</a:t>
            </a:r>
            <a:endParaRPr sz="1300">
              <a:solidFill>
                <a:schemeClr val="dk1"/>
              </a:solidFill>
              <a:latin typeface="Calibri"/>
              <a:ea typeface="Calibri"/>
              <a:cs typeface="Calibri"/>
              <a:sym typeface="Calibri"/>
            </a:endParaRPr>
          </a:p>
        </p:txBody>
      </p:sp>
      <p:sp>
        <p:nvSpPr>
          <p:cNvPr id="333" name="Google Shape;333;p11"/>
          <p:cNvSpPr txBox="1"/>
          <p:nvPr/>
        </p:nvSpPr>
        <p:spPr>
          <a:xfrm>
            <a:off x="10010394" y="4791456"/>
            <a:ext cx="1355598"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5"/>
              </a:buClr>
              <a:buSzPts val="1300"/>
              <a:buFont typeface="Calibri"/>
              <a:buNone/>
            </a:pPr>
            <a:r>
              <a:rPr lang="en-US" sz="1300">
                <a:solidFill>
                  <a:schemeClr val="accent5"/>
                </a:solidFill>
                <a:latin typeface="Calibri"/>
                <a:ea typeface="Calibri"/>
                <a:cs typeface="Calibri"/>
                <a:sym typeface="Calibri"/>
              </a:rPr>
              <a:t>8 SP · media</a:t>
            </a:r>
            <a:endParaRPr sz="1300">
              <a:solidFill>
                <a:schemeClr val="dk1"/>
              </a:solidFill>
              <a:latin typeface="Calibri"/>
              <a:ea typeface="Calibri"/>
              <a:cs typeface="Calibri"/>
              <a:sym typeface="Calibri"/>
            </a:endParaRPr>
          </a:p>
        </p:txBody>
      </p:sp>
      <p:sp>
        <p:nvSpPr>
          <p:cNvPr id="334" name="Google Shape;334;p11"/>
          <p:cNvSpPr txBox="1"/>
          <p:nvPr/>
        </p:nvSpPr>
        <p:spPr>
          <a:xfrm>
            <a:off x="9278874" y="5175504"/>
            <a:ext cx="2132838" cy="6949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lang="en-US" sz="1500">
                <a:solidFill>
                  <a:schemeClr val="dk1"/>
                </a:solidFill>
                <a:latin typeface="Calibri"/>
                <a:ea typeface="Calibri"/>
                <a:cs typeface="Calibri"/>
                <a:sym typeface="Calibri"/>
              </a:rPr>
              <a:t>Contar con un informe claro de los resultados.</a:t>
            </a:r>
            <a:endParaRPr sz="1500">
              <a:solidFill>
                <a:schemeClr val="dk1"/>
              </a:solidFill>
              <a:latin typeface="Calibri"/>
              <a:ea typeface="Calibri"/>
              <a:cs typeface="Calibri"/>
              <a:sym typeface="Calibri"/>
            </a:endParaRPr>
          </a:p>
        </p:txBody>
      </p:sp>
      <p:sp>
        <p:nvSpPr>
          <p:cNvPr id="335" name="Google Shape;335;p11"/>
          <p:cNvSpPr txBox="1"/>
          <p:nvPr>
            <p:ph idx="4294967295" type="sldNum"/>
          </p:nvPr>
        </p:nvSpPr>
        <p:spPr>
          <a:xfrm>
            <a:off x="11183112" y="6382512"/>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fld id="{00000000-1234-1234-1234-123412341234}" type="slidenum">
              <a:rPr b="0" lang="en-US" sz="1200">
                <a:solidFill>
                  <a:schemeClr val="accent5"/>
                </a:solidFill>
                <a:latin typeface="Calibri"/>
                <a:ea typeface="Calibri"/>
                <a:cs typeface="Calibri"/>
                <a:sym typeface="Calibri"/>
              </a:rPr>
              <a:t>‹#›</a:t>
            </a:fld>
            <a:endParaRPr sz="1200">
              <a:solidFill>
                <a:schemeClr val="accent5"/>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h2b392ae850084d8a_0_72"/>
          <p:cNvSpPr txBox="1"/>
          <p:nvPr>
            <p:ph type="title"/>
          </p:nvPr>
        </p:nvSpPr>
        <p:spPr>
          <a:xfrm>
            <a:off x="548644" y="384050"/>
            <a:ext cx="3928500" cy="7314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chemeClr val="dk1"/>
              </a:buClr>
              <a:buSzPts val="3400"/>
              <a:buFont typeface="Cambria"/>
              <a:buNone/>
            </a:pPr>
            <a:r>
              <a:rPr b="1" lang="en-US" sz="3400">
                <a:solidFill>
                  <a:schemeClr val="dk1"/>
                </a:solidFill>
              </a:rPr>
              <a:t>Fases de CRISP-DM</a:t>
            </a:r>
            <a:endParaRPr sz="3400"/>
          </a:p>
        </p:txBody>
      </p:sp>
      <p:sp>
        <p:nvSpPr>
          <p:cNvPr id="342" name="Google Shape;342;h2b392ae850084d8a_0_72"/>
          <p:cNvSpPr/>
          <p:nvPr/>
        </p:nvSpPr>
        <p:spPr>
          <a:xfrm>
            <a:off x="2212848" y="1947672"/>
            <a:ext cx="7772400" cy="3694200"/>
          </a:xfrm>
          <a:prstGeom prst="ellipse">
            <a:avLst/>
          </a:prstGeom>
          <a:noFill/>
          <a:ln cap="flat" cmpd="sng" w="19050">
            <a:solidFill>
              <a:srgbClr val="5C6B8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h2b392ae850084d8a_0_72"/>
          <p:cNvSpPr/>
          <p:nvPr/>
        </p:nvSpPr>
        <p:spPr>
          <a:xfrm rot="5400000">
            <a:off x="5980320" y="1828800"/>
            <a:ext cx="237600" cy="237600"/>
          </a:xfrm>
          <a:prstGeom prst="triangle">
            <a:avLst>
              <a:gd fmla="val 50000" name="adj"/>
            </a:avLst>
          </a:prstGeom>
          <a:solidFill>
            <a:srgbClr val="5C6B80"/>
          </a:solidFill>
          <a:ln cap="flat" cmpd="sng" w="12700">
            <a:solidFill>
              <a:srgbClr val="5C6B8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h2b392ae850084d8a_0_72"/>
          <p:cNvSpPr/>
          <p:nvPr/>
        </p:nvSpPr>
        <p:spPr>
          <a:xfrm rot="7768348">
            <a:off x="9345599" y="2752271"/>
            <a:ext cx="237845" cy="237845"/>
          </a:xfrm>
          <a:prstGeom prst="triangle">
            <a:avLst>
              <a:gd fmla="val 50000" name="adj"/>
            </a:avLst>
          </a:prstGeom>
          <a:solidFill>
            <a:srgbClr val="5C6B80"/>
          </a:solidFill>
          <a:ln cap="flat" cmpd="sng" w="12700">
            <a:solidFill>
              <a:srgbClr val="5C6B8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h2b392ae850084d8a_0_72"/>
          <p:cNvSpPr/>
          <p:nvPr/>
        </p:nvSpPr>
        <p:spPr>
          <a:xfrm rot="-7768348">
            <a:off x="9345651" y="4599307"/>
            <a:ext cx="237845" cy="237845"/>
          </a:xfrm>
          <a:prstGeom prst="triangle">
            <a:avLst>
              <a:gd fmla="val 50000" name="adj"/>
            </a:avLst>
          </a:prstGeom>
          <a:solidFill>
            <a:srgbClr val="5C6B80"/>
          </a:solidFill>
          <a:ln cap="flat" cmpd="sng" w="12700">
            <a:solidFill>
              <a:srgbClr val="5C6B8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h2b392ae850084d8a_0_72"/>
          <p:cNvSpPr/>
          <p:nvPr/>
        </p:nvSpPr>
        <p:spPr>
          <a:xfrm rot="-5400000">
            <a:off x="5980176" y="5523120"/>
            <a:ext cx="237600" cy="237600"/>
          </a:xfrm>
          <a:prstGeom prst="triangle">
            <a:avLst>
              <a:gd fmla="val 50000" name="adj"/>
            </a:avLst>
          </a:prstGeom>
          <a:solidFill>
            <a:srgbClr val="5C6B80"/>
          </a:solidFill>
          <a:ln cap="flat" cmpd="sng" w="12700">
            <a:solidFill>
              <a:srgbClr val="5C6B8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h2b392ae850084d8a_0_72"/>
          <p:cNvSpPr/>
          <p:nvPr/>
        </p:nvSpPr>
        <p:spPr>
          <a:xfrm rot="-3031652">
            <a:off x="2614652" y="4599404"/>
            <a:ext cx="237845" cy="237845"/>
          </a:xfrm>
          <a:prstGeom prst="triangle">
            <a:avLst>
              <a:gd fmla="val 50000" name="adj"/>
            </a:avLst>
          </a:prstGeom>
          <a:solidFill>
            <a:srgbClr val="5C6B80"/>
          </a:solidFill>
          <a:ln cap="flat" cmpd="sng" w="12700">
            <a:solidFill>
              <a:srgbClr val="5C6B8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h2b392ae850084d8a_0_72"/>
          <p:cNvSpPr/>
          <p:nvPr/>
        </p:nvSpPr>
        <p:spPr>
          <a:xfrm rot="3031652">
            <a:off x="2614600" y="2752368"/>
            <a:ext cx="237845" cy="237845"/>
          </a:xfrm>
          <a:prstGeom prst="triangle">
            <a:avLst>
              <a:gd fmla="val 50000" name="adj"/>
            </a:avLst>
          </a:prstGeom>
          <a:solidFill>
            <a:srgbClr val="5C6B80"/>
          </a:solidFill>
          <a:ln cap="flat" cmpd="sng" w="12700">
            <a:solidFill>
              <a:srgbClr val="5C6B8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h2b392ae850084d8a_0_72"/>
          <p:cNvSpPr/>
          <p:nvPr/>
        </p:nvSpPr>
        <p:spPr>
          <a:xfrm>
            <a:off x="5321808" y="3017520"/>
            <a:ext cx="1554600" cy="1554600"/>
          </a:xfrm>
          <a:prstGeom prst="ellipse">
            <a:avLst/>
          </a:prstGeom>
          <a:solidFill>
            <a:srgbClr val="12203A"/>
          </a:solidFill>
          <a:ln cap="flat" cmpd="sng" w="12700">
            <a:solidFill>
              <a:srgbClr val="1220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h2b392ae850084d8a_0_72"/>
          <p:cNvSpPr txBox="1"/>
          <p:nvPr/>
        </p:nvSpPr>
        <p:spPr>
          <a:xfrm>
            <a:off x="5367528" y="3063240"/>
            <a:ext cx="1463100" cy="1463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FFFFFF"/>
                </a:solidFill>
                <a:latin typeface="Calibri"/>
                <a:ea typeface="Calibri"/>
                <a:cs typeface="Calibri"/>
                <a:sym typeface="Calibri"/>
              </a:rPr>
              <a:t>Datos de citación</a:t>
            </a:r>
            <a:endParaRPr b="0" i="0" sz="1600" u="none" cap="none" strike="noStrike">
              <a:solidFill>
                <a:srgbClr val="000000"/>
              </a:solidFill>
              <a:latin typeface="Arial"/>
              <a:ea typeface="Arial"/>
              <a:cs typeface="Arial"/>
              <a:sym typeface="Arial"/>
            </a:endParaRPr>
          </a:p>
        </p:txBody>
      </p:sp>
      <p:sp>
        <p:nvSpPr>
          <p:cNvPr id="351" name="Google Shape;351;h2b392ae850084d8a_0_72"/>
          <p:cNvSpPr/>
          <p:nvPr/>
        </p:nvSpPr>
        <p:spPr>
          <a:xfrm>
            <a:off x="2510028" y="1646495"/>
            <a:ext cx="3291900" cy="1097400"/>
          </a:xfrm>
          <a:prstGeom prst="roundRect">
            <a:avLst>
              <a:gd fmla="val 8333" name="adj"/>
            </a:avLst>
          </a:prstGeom>
          <a:solidFill>
            <a:srgbClr val="FFFFFF"/>
          </a:solidFill>
          <a:ln cap="flat" cmpd="sng" w="22225">
            <a:solidFill>
              <a:srgbClr val="00A0E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h2b392ae850084d8a_0_72"/>
          <p:cNvSpPr/>
          <p:nvPr/>
        </p:nvSpPr>
        <p:spPr>
          <a:xfrm>
            <a:off x="2656332" y="1966535"/>
            <a:ext cx="457200" cy="457200"/>
          </a:xfrm>
          <a:prstGeom prst="ellipse">
            <a:avLst/>
          </a:prstGeom>
          <a:solidFill>
            <a:srgbClr val="00A0E2"/>
          </a:solidFill>
          <a:ln cap="flat" cmpd="sng" w="12700">
            <a:solidFill>
              <a:srgbClr val="00A0E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h2b392ae850084d8a_0_72"/>
          <p:cNvSpPr txBox="1"/>
          <p:nvPr/>
        </p:nvSpPr>
        <p:spPr>
          <a:xfrm>
            <a:off x="2656332" y="1966535"/>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FFFFFF"/>
                </a:solidFill>
                <a:latin typeface="Calibri"/>
                <a:ea typeface="Calibri"/>
                <a:cs typeface="Calibri"/>
                <a:sym typeface="Calibri"/>
              </a:rPr>
              <a:t>1</a:t>
            </a:r>
            <a:endParaRPr b="0" i="0" sz="1600" u="none" cap="none" strike="noStrike">
              <a:solidFill>
                <a:srgbClr val="000000"/>
              </a:solidFill>
              <a:latin typeface="Arial"/>
              <a:ea typeface="Arial"/>
              <a:cs typeface="Arial"/>
              <a:sym typeface="Arial"/>
            </a:endParaRPr>
          </a:p>
        </p:txBody>
      </p:sp>
      <p:sp>
        <p:nvSpPr>
          <p:cNvPr id="354" name="Google Shape;354;h2b392ae850084d8a_0_72"/>
          <p:cNvSpPr txBox="1"/>
          <p:nvPr/>
        </p:nvSpPr>
        <p:spPr>
          <a:xfrm>
            <a:off x="3241548" y="1646495"/>
            <a:ext cx="2450700" cy="109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1B2A41"/>
                </a:solidFill>
                <a:latin typeface="Calibri"/>
                <a:ea typeface="Calibri"/>
                <a:cs typeface="Calibri"/>
                <a:sym typeface="Calibri"/>
              </a:rPr>
              <a:t>Comprensión del negocio</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lang="en-US">
                <a:solidFill>
                  <a:srgbClr val="5C6B80"/>
                </a:solidFill>
                <a:latin typeface="Calibri"/>
                <a:ea typeface="Calibri"/>
                <a:cs typeface="Calibri"/>
                <a:sym typeface="Calibri"/>
              </a:rPr>
              <a:t>Aumentar la visibilidad</a:t>
            </a:r>
            <a:r>
              <a:rPr b="0" i="0" lang="en-US" sz="1400" u="none" cap="none" strike="noStrike">
                <a:solidFill>
                  <a:srgbClr val="5C6B80"/>
                </a:solidFill>
                <a:latin typeface="Calibri"/>
                <a:ea typeface="Calibri"/>
                <a:cs typeface="Calibri"/>
                <a:sym typeface="Calibri"/>
              </a:rPr>
              <a:t> </a:t>
            </a:r>
            <a:r>
              <a:rPr lang="en-US">
                <a:solidFill>
                  <a:srgbClr val="5C6B80"/>
                </a:solidFill>
                <a:latin typeface="Calibri"/>
                <a:ea typeface="Calibri"/>
                <a:cs typeface="Calibri"/>
                <a:sym typeface="Calibri"/>
              </a:rPr>
              <a:t>en motores de </a:t>
            </a:r>
            <a:r>
              <a:rPr lang="en-US">
                <a:solidFill>
                  <a:srgbClr val="5C6B80"/>
                </a:solidFill>
                <a:latin typeface="Calibri"/>
                <a:ea typeface="Calibri"/>
                <a:cs typeface="Calibri"/>
                <a:sym typeface="Calibri"/>
              </a:rPr>
              <a:t>búsqueda</a:t>
            </a:r>
            <a:r>
              <a:rPr lang="en-US">
                <a:solidFill>
                  <a:srgbClr val="5C6B80"/>
                </a:solidFill>
                <a:latin typeface="Calibri"/>
                <a:ea typeface="Calibri"/>
                <a:cs typeface="Calibri"/>
                <a:sym typeface="Calibri"/>
              </a:rPr>
              <a:t> generativa</a:t>
            </a:r>
            <a:endParaRPr b="0" i="0" sz="1600" u="none" cap="none" strike="noStrike">
              <a:solidFill>
                <a:srgbClr val="000000"/>
              </a:solidFill>
              <a:latin typeface="Arial"/>
              <a:ea typeface="Arial"/>
              <a:cs typeface="Arial"/>
              <a:sym typeface="Arial"/>
            </a:endParaRPr>
          </a:p>
        </p:txBody>
      </p:sp>
      <p:sp>
        <p:nvSpPr>
          <p:cNvPr id="355" name="Google Shape;355;h2b392ae850084d8a_0_72"/>
          <p:cNvSpPr/>
          <p:nvPr/>
        </p:nvSpPr>
        <p:spPr>
          <a:xfrm>
            <a:off x="6396228" y="1646495"/>
            <a:ext cx="3291900" cy="1097400"/>
          </a:xfrm>
          <a:prstGeom prst="roundRect">
            <a:avLst>
              <a:gd fmla="val 8333" name="adj"/>
            </a:avLst>
          </a:prstGeom>
          <a:solidFill>
            <a:srgbClr val="FFFFFF"/>
          </a:solidFill>
          <a:ln cap="flat" cmpd="sng" w="22225">
            <a:solidFill>
              <a:srgbClr val="7B5E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h2b392ae850084d8a_0_72"/>
          <p:cNvSpPr/>
          <p:nvPr/>
        </p:nvSpPr>
        <p:spPr>
          <a:xfrm>
            <a:off x="6542532" y="1966535"/>
            <a:ext cx="457200" cy="457200"/>
          </a:xfrm>
          <a:prstGeom prst="ellipse">
            <a:avLst/>
          </a:prstGeom>
          <a:solidFill>
            <a:srgbClr val="7B5EA7"/>
          </a:solidFill>
          <a:ln cap="flat" cmpd="sng" w="12700">
            <a:solidFill>
              <a:srgbClr val="7B5E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h2b392ae850084d8a_0_72"/>
          <p:cNvSpPr txBox="1"/>
          <p:nvPr/>
        </p:nvSpPr>
        <p:spPr>
          <a:xfrm>
            <a:off x="6542532" y="1966535"/>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FFFFFF"/>
                </a:solidFill>
                <a:latin typeface="Calibri"/>
                <a:ea typeface="Calibri"/>
                <a:cs typeface="Calibri"/>
                <a:sym typeface="Calibri"/>
              </a:rPr>
              <a:t>2</a:t>
            </a:r>
            <a:endParaRPr b="0" i="0" sz="1600" u="none" cap="none" strike="noStrike">
              <a:solidFill>
                <a:srgbClr val="000000"/>
              </a:solidFill>
              <a:latin typeface="Arial"/>
              <a:ea typeface="Arial"/>
              <a:cs typeface="Arial"/>
              <a:sym typeface="Arial"/>
            </a:endParaRPr>
          </a:p>
        </p:txBody>
      </p:sp>
      <p:sp>
        <p:nvSpPr>
          <p:cNvPr id="358" name="Google Shape;358;h2b392ae850084d8a_0_72"/>
          <p:cNvSpPr txBox="1"/>
          <p:nvPr/>
        </p:nvSpPr>
        <p:spPr>
          <a:xfrm>
            <a:off x="7127748" y="1646495"/>
            <a:ext cx="2450700" cy="109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1B2A41"/>
                </a:solidFill>
                <a:latin typeface="Calibri"/>
                <a:ea typeface="Calibri"/>
                <a:cs typeface="Calibri"/>
                <a:sym typeface="Calibri"/>
              </a:rPr>
              <a:t>Comprensión de los datos</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5C6B80"/>
                </a:solidFill>
                <a:latin typeface="Calibri"/>
                <a:ea typeface="Calibri"/>
                <a:cs typeface="Calibri"/>
                <a:sym typeface="Calibri"/>
              </a:rPr>
              <a:t>Respuestas de los motores y datos internos.</a:t>
            </a:r>
            <a:endParaRPr b="0" i="0" sz="1600" u="none" cap="none" strike="noStrike">
              <a:solidFill>
                <a:srgbClr val="000000"/>
              </a:solidFill>
              <a:latin typeface="Arial"/>
              <a:ea typeface="Arial"/>
              <a:cs typeface="Arial"/>
              <a:sym typeface="Arial"/>
            </a:endParaRPr>
          </a:p>
        </p:txBody>
      </p:sp>
      <p:sp>
        <p:nvSpPr>
          <p:cNvPr id="359" name="Google Shape;359;h2b392ae850084d8a_0_72"/>
          <p:cNvSpPr/>
          <p:nvPr/>
        </p:nvSpPr>
        <p:spPr>
          <a:xfrm>
            <a:off x="8339328" y="3246120"/>
            <a:ext cx="3291900" cy="1097400"/>
          </a:xfrm>
          <a:prstGeom prst="roundRect">
            <a:avLst>
              <a:gd fmla="val 8333" name="adj"/>
            </a:avLst>
          </a:prstGeom>
          <a:solidFill>
            <a:srgbClr val="FFFFFF"/>
          </a:solidFill>
          <a:ln cap="flat" cmpd="sng" w="22225">
            <a:solidFill>
              <a:srgbClr val="2E8B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h2b392ae850084d8a_0_72"/>
          <p:cNvSpPr/>
          <p:nvPr/>
        </p:nvSpPr>
        <p:spPr>
          <a:xfrm>
            <a:off x="8485632" y="3566160"/>
            <a:ext cx="457200" cy="457200"/>
          </a:xfrm>
          <a:prstGeom prst="ellipse">
            <a:avLst/>
          </a:prstGeom>
          <a:solidFill>
            <a:srgbClr val="2E8B6E"/>
          </a:solidFill>
          <a:ln cap="flat" cmpd="sng" w="12700">
            <a:solidFill>
              <a:srgbClr val="2E8B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h2b392ae850084d8a_0_72"/>
          <p:cNvSpPr txBox="1"/>
          <p:nvPr/>
        </p:nvSpPr>
        <p:spPr>
          <a:xfrm>
            <a:off x="8485632" y="3566160"/>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FFFFFF"/>
                </a:solidFill>
                <a:latin typeface="Calibri"/>
                <a:ea typeface="Calibri"/>
                <a:cs typeface="Calibri"/>
                <a:sym typeface="Calibri"/>
              </a:rPr>
              <a:t>3</a:t>
            </a:r>
            <a:endParaRPr b="0" i="0" sz="1600" u="none" cap="none" strike="noStrike">
              <a:solidFill>
                <a:srgbClr val="000000"/>
              </a:solidFill>
              <a:latin typeface="Arial"/>
              <a:ea typeface="Arial"/>
              <a:cs typeface="Arial"/>
              <a:sym typeface="Arial"/>
            </a:endParaRPr>
          </a:p>
        </p:txBody>
      </p:sp>
      <p:sp>
        <p:nvSpPr>
          <p:cNvPr id="362" name="Google Shape;362;h2b392ae850084d8a_0_72"/>
          <p:cNvSpPr txBox="1"/>
          <p:nvPr/>
        </p:nvSpPr>
        <p:spPr>
          <a:xfrm>
            <a:off x="9070848" y="3246120"/>
            <a:ext cx="2450700" cy="109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1B2A41"/>
                </a:solidFill>
                <a:latin typeface="Calibri"/>
                <a:ea typeface="Calibri"/>
                <a:cs typeface="Calibri"/>
                <a:sym typeface="Calibri"/>
              </a:rPr>
              <a:t>Preparación de los datos</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5C6B80"/>
                </a:solidFill>
                <a:latin typeface="Calibri"/>
                <a:ea typeface="Calibri"/>
                <a:cs typeface="Calibri"/>
                <a:sym typeface="Calibri"/>
              </a:rPr>
              <a:t>Características de la sinopsis </a:t>
            </a:r>
            <a:r>
              <a:rPr lang="en-US">
                <a:solidFill>
                  <a:srgbClr val="5C6B80"/>
                </a:solidFill>
                <a:latin typeface="Calibri"/>
                <a:ea typeface="Calibri"/>
                <a:cs typeface="Calibri"/>
                <a:sym typeface="Calibri"/>
              </a:rPr>
              <a:t>que aumentan la tasa de </a:t>
            </a:r>
            <a:r>
              <a:rPr lang="en-US">
                <a:solidFill>
                  <a:srgbClr val="5C6B80"/>
                </a:solidFill>
                <a:latin typeface="Calibri"/>
                <a:ea typeface="Calibri"/>
                <a:cs typeface="Calibri"/>
                <a:sym typeface="Calibri"/>
              </a:rPr>
              <a:t>citación</a:t>
            </a:r>
            <a:endParaRPr b="0" i="0" sz="1600" u="none" cap="none" strike="noStrike">
              <a:solidFill>
                <a:srgbClr val="000000"/>
              </a:solidFill>
              <a:latin typeface="Arial"/>
              <a:ea typeface="Arial"/>
              <a:cs typeface="Arial"/>
              <a:sym typeface="Arial"/>
            </a:endParaRPr>
          </a:p>
        </p:txBody>
      </p:sp>
      <p:sp>
        <p:nvSpPr>
          <p:cNvPr id="363" name="Google Shape;363;h2b392ae850084d8a_0_72"/>
          <p:cNvSpPr/>
          <p:nvPr/>
        </p:nvSpPr>
        <p:spPr>
          <a:xfrm>
            <a:off x="6396228" y="4845745"/>
            <a:ext cx="3291900" cy="1097400"/>
          </a:xfrm>
          <a:prstGeom prst="roundRect">
            <a:avLst>
              <a:gd fmla="val 8333" name="adj"/>
            </a:avLst>
          </a:prstGeom>
          <a:solidFill>
            <a:srgbClr val="FFFFFF"/>
          </a:solidFill>
          <a:ln cap="flat" cmpd="sng" w="22225">
            <a:solidFill>
              <a:srgbClr val="E862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h2b392ae850084d8a_0_72"/>
          <p:cNvSpPr/>
          <p:nvPr/>
        </p:nvSpPr>
        <p:spPr>
          <a:xfrm>
            <a:off x="6542532" y="5165785"/>
            <a:ext cx="457200" cy="457200"/>
          </a:xfrm>
          <a:prstGeom prst="ellipse">
            <a:avLst/>
          </a:prstGeom>
          <a:solidFill>
            <a:srgbClr val="E8622A"/>
          </a:solidFill>
          <a:ln cap="flat" cmpd="sng" w="12700">
            <a:solidFill>
              <a:srgbClr val="E862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h2b392ae850084d8a_0_72"/>
          <p:cNvSpPr txBox="1"/>
          <p:nvPr/>
        </p:nvSpPr>
        <p:spPr>
          <a:xfrm>
            <a:off x="6542532" y="5165785"/>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FFFFFF"/>
                </a:solidFill>
                <a:latin typeface="Calibri"/>
                <a:ea typeface="Calibri"/>
                <a:cs typeface="Calibri"/>
                <a:sym typeface="Calibri"/>
              </a:rPr>
              <a:t>4</a:t>
            </a:r>
            <a:endParaRPr b="0" i="0" sz="1600" u="none" cap="none" strike="noStrike">
              <a:solidFill>
                <a:srgbClr val="000000"/>
              </a:solidFill>
              <a:latin typeface="Arial"/>
              <a:ea typeface="Arial"/>
              <a:cs typeface="Arial"/>
              <a:sym typeface="Arial"/>
            </a:endParaRPr>
          </a:p>
        </p:txBody>
      </p:sp>
      <p:sp>
        <p:nvSpPr>
          <p:cNvPr id="366" name="Google Shape;366;h2b392ae850084d8a_0_72"/>
          <p:cNvSpPr txBox="1"/>
          <p:nvPr/>
        </p:nvSpPr>
        <p:spPr>
          <a:xfrm>
            <a:off x="7127748" y="4845745"/>
            <a:ext cx="2450700" cy="109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1B2A41"/>
                </a:solidFill>
                <a:latin typeface="Calibri"/>
                <a:ea typeface="Calibri"/>
                <a:cs typeface="Calibri"/>
                <a:sym typeface="Calibri"/>
              </a:rPr>
              <a:t>Modelado</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5C6B80"/>
                </a:solidFill>
                <a:latin typeface="Calibri"/>
                <a:ea typeface="Calibri"/>
                <a:cs typeface="Calibri"/>
                <a:sym typeface="Calibri"/>
              </a:rPr>
              <a:t>Regresión logística y árboles potenciados.</a:t>
            </a:r>
            <a:endParaRPr b="0" i="0" sz="1600" u="none" cap="none" strike="noStrike">
              <a:solidFill>
                <a:srgbClr val="000000"/>
              </a:solidFill>
              <a:latin typeface="Arial"/>
              <a:ea typeface="Arial"/>
              <a:cs typeface="Arial"/>
              <a:sym typeface="Arial"/>
            </a:endParaRPr>
          </a:p>
        </p:txBody>
      </p:sp>
      <p:sp>
        <p:nvSpPr>
          <p:cNvPr id="367" name="Google Shape;367;h2b392ae850084d8a_0_72"/>
          <p:cNvSpPr/>
          <p:nvPr/>
        </p:nvSpPr>
        <p:spPr>
          <a:xfrm>
            <a:off x="2510028" y="4845745"/>
            <a:ext cx="3291900" cy="1097400"/>
          </a:xfrm>
          <a:prstGeom prst="roundRect">
            <a:avLst>
              <a:gd fmla="val 8333" name="adj"/>
            </a:avLst>
          </a:prstGeom>
          <a:solidFill>
            <a:srgbClr val="FFFFFF"/>
          </a:solidFill>
          <a:ln cap="flat" cmpd="sng" w="22225">
            <a:solidFill>
              <a:srgbClr val="5C6B8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h2b392ae850084d8a_0_72"/>
          <p:cNvSpPr/>
          <p:nvPr/>
        </p:nvSpPr>
        <p:spPr>
          <a:xfrm>
            <a:off x="2656332" y="5165785"/>
            <a:ext cx="457200" cy="457200"/>
          </a:xfrm>
          <a:prstGeom prst="ellipse">
            <a:avLst/>
          </a:prstGeom>
          <a:solidFill>
            <a:srgbClr val="5C6B80"/>
          </a:solidFill>
          <a:ln cap="flat" cmpd="sng" w="12700">
            <a:solidFill>
              <a:srgbClr val="5C6B8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h2b392ae850084d8a_0_72"/>
          <p:cNvSpPr txBox="1"/>
          <p:nvPr/>
        </p:nvSpPr>
        <p:spPr>
          <a:xfrm>
            <a:off x="2656332" y="5165785"/>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FFFFFF"/>
                </a:solidFill>
                <a:latin typeface="Calibri"/>
                <a:ea typeface="Calibri"/>
                <a:cs typeface="Calibri"/>
                <a:sym typeface="Calibri"/>
              </a:rPr>
              <a:t>5</a:t>
            </a:r>
            <a:endParaRPr b="0" i="0" sz="1600" u="none" cap="none" strike="noStrike">
              <a:solidFill>
                <a:srgbClr val="000000"/>
              </a:solidFill>
              <a:latin typeface="Arial"/>
              <a:ea typeface="Arial"/>
              <a:cs typeface="Arial"/>
              <a:sym typeface="Arial"/>
            </a:endParaRPr>
          </a:p>
        </p:txBody>
      </p:sp>
      <p:sp>
        <p:nvSpPr>
          <p:cNvPr id="370" name="Google Shape;370;h2b392ae850084d8a_0_72"/>
          <p:cNvSpPr txBox="1"/>
          <p:nvPr/>
        </p:nvSpPr>
        <p:spPr>
          <a:xfrm>
            <a:off x="3241548" y="4845745"/>
            <a:ext cx="2450700" cy="109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1B2A41"/>
                </a:solidFill>
                <a:latin typeface="Calibri"/>
                <a:ea typeface="Calibri"/>
                <a:cs typeface="Calibri"/>
                <a:sym typeface="Calibri"/>
              </a:rPr>
              <a:t>Evaluación</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5C6B80"/>
                </a:solidFill>
                <a:latin typeface="Calibri"/>
                <a:ea typeface="Calibri"/>
                <a:cs typeface="Calibri"/>
                <a:sym typeface="Calibri"/>
              </a:rPr>
              <a:t>Error y correlación en títulos no vistos.</a:t>
            </a:r>
            <a:endParaRPr b="0" i="0" sz="1600" u="none" cap="none" strike="noStrike">
              <a:solidFill>
                <a:srgbClr val="000000"/>
              </a:solidFill>
              <a:latin typeface="Arial"/>
              <a:ea typeface="Arial"/>
              <a:cs typeface="Arial"/>
              <a:sym typeface="Arial"/>
            </a:endParaRPr>
          </a:p>
        </p:txBody>
      </p:sp>
      <p:sp>
        <p:nvSpPr>
          <p:cNvPr id="371" name="Google Shape;371;h2b392ae850084d8a_0_72"/>
          <p:cNvSpPr/>
          <p:nvPr/>
        </p:nvSpPr>
        <p:spPr>
          <a:xfrm>
            <a:off x="566928" y="3246120"/>
            <a:ext cx="3291900" cy="1097400"/>
          </a:xfrm>
          <a:prstGeom prst="roundRect">
            <a:avLst>
              <a:gd fmla="val 8333" name="adj"/>
            </a:avLst>
          </a:prstGeom>
          <a:solidFill>
            <a:srgbClr val="FFFFFF"/>
          </a:solidFill>
          <a:ln cap="flat" cmpd="sng" w="22225">
            <a:solidFill>
              <a:srgbClr val="1B2A4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h2b392ae850084d8a_0_72"/>
          <p:cNvSpPr/>
          <p:nvPr/>
        </p:nvSpPr>
        <p:spPr>
          <a:xfrm>
            <a:off x="713232" y="3566160"/>
            <a:ext cx="457200" cy="457200"/>
          </a:xfrm>
          <a:prstGeom prst="ellipse">
            <a:avLst/>
          </a:prstGeom>
          <a:solidFill>
            <a:srgbClr val="1B2A41"/>
          </a:solidFill>
          <a:ln cap="flat" cmpd="sng" w="12700">
            <a:solidFill>
              <a:srgbClr val="1B2A4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h2b392ae850084d8a_0_72"/>
          <p:cNvSpPr txBox="1"/>
          <p:nvPr/>
        </p:nvSpPr>
        <p:spPr>
          <a:xfrm>
            <a:off x="713232" y="3566160"/>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FFFFFF"/>
                </a:solidFill>
                <a:latin typeface="Calibri"/>
                <a:ea typeface="Calibri"/>
                <a:cs typeface="Calibri"/>
                <a:sym typeface="Calibri"/>
              </a:rPr>
              <a:t>6</a:t>
            </a:r>
            <a:endParaRPr b="0" i="0" sz="1600" u="none" cap="none" strike="noStrike">
              <a:solidFill>
                <a:srgbClr val="000000"/>
              </a:solidFill>
              <a:latin typeface="Arial"/>
              <a:ea typeface="Arial"/>
              <a:cs typeface="Arial"/>
              <a:sym typeface="Arial"/>
            </a:endParaRPr>
          </a:p>
        </p:txBody>
      </p:sp>
      <p:sp>
        <p:nvSpPr>
          <p:cNvPr id="374" name="Google Shape;374;h2b392ae850084d8a_0_72"/>
          <p:cNvSpPr txBox="1"/>
          <p:nvPr/>
        </p:nvSpPr>
        <p:spPr>
          <a:xfrm>
            <a:off x="1298448" y="3246120"/>
            <a:ext cx="2450700" cy="109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1B2A41"/>
                </a:solidFill>
                <a:latin typeface="Calibri"/>
                <a:ea typeface="Calibri"/>
                <a:cs typeface="Calibri"/>
                <a:sym typeface="Calibri"/>
              </a:rPr>
              <a:t>Despliegue</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5C6B80"/>
                </a:solidFill>
                <a:latin typeface="Calibri"/>
                <a:ea typeface="Calibri"/>
                <a:cs typeface="Calibri"/>
                <a:sym typeface="Calibri"/>
              </a:rPr>
              <a:t>Piloto controlado con grupo de control.</a:t>
            </a:r>
            <a:endParaRPr b="0" i="0" sz="1600" u="none" cap="none" strike="noStrike">
              <a:solidFill>
                <a:srgbClr val="000000"/>
              </a:solidFill>
              <a:latin typeface="Arial"/>
              <a:ea typeface="Arial"/>
              <a:cs typeface="Arial"/>
              <a:sym typeface="Arial"/>
            </a:endParaRPr>
          </a:p>
        </p:txBody>
      </p:sp>
      <p:sp>
        <p:nvSpPr>
          <p:cNvPr id="375" name="Google Shape;375;h2b392ae850084d8a_0_72"/>
          <p:cNvSpPr txBox="1"/>
          <p:nvPr>
            <p:ph idx="4294967295" type="sldNum"/>
          </p:nvPr>
        </p:nvSpPr>
        <p:spPr>
          <a:xfrm>
            <a:off x="11183112" y="6382512"/>
            <a:ext cx="457200" cy="274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SzPts val="1200"/>
              <a:buNone/>
            </a:pPr>
            <a:fld id="{00000000-1234-1234-1234-123412341234}" type="slidenum">
              <a:rPr b="0" lang="en-US" sz="1200">
                <a:solidFill>
                  <a:schemeClr val="accent5"/>
                </a:solidFill>
                <a:latin typeface="Calibri"/>
                <a:ea typeface="Calibri"/>
                <a:cs typeface="Calibri"/>
                <a:sym typeface="Calibri"/>
              </a:rPr>
              <a:t>‹#›</a:t>
            </a:fld>
            <a:endParaRPr sz="1200">
              <a:solidFill>
                <a:schemeClr val="accent5"/>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13"/>
          <p:cNvSpPr txBox="1"/>
          <p:nvPr>
            <p:ph type="title"/>
          </p:nvPr>
        </p:nvSpPr>
        <p:spPr>
          <a:xfrm>
            <a:off x="548640" y="384048"/>
            <a:ext cx="11091672" cy="73152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400"/>
              <a:buFont typeface="Cambria"/>
              <a:buNone/>
            </a:pPr>
            <a:r>
              <a:rPr b="1" lang="en-US" sz="3400">
                <a:solidFill>
                  <a:schemeClr val="dk1"/>
                </a:solidFill>
              </a:rPr>
              <a:t>Diagrama de Gantt</a:t>
            </a:r>
            <a:endParaRPr sz="3400"/>
          </a:p>
        </p:txBody>
      </p:sp>
      <p:sp>
        <p:nvSpPr>
          <p:cNvPr id="382" name="Google Shape;382;p13"/>
          <p:cNvSpPr txBox="1"/>
          <p:nvPr>
            <p:ph idx="1" type="body"/>
          </p:nvPr>
        </p:nvSpPr>
        <p:spPr>
          <a:xfrm>
            <a:off x="548640" y="1097280"/>
            <a:ext cx="11091672" cy="384048"/>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accent5"/>
              </a:buClr>
              <a:buSzPts val="1800"/>
              <a:buNone/>
            </a:pPr>
            <a:r>
              <a:rPr lang="en-US" sz="1800">
                <a:solidFill>
                  <a:schemeClr val="accent5"/>
                </a:solidFill>
              </a:rPr>
              <a:t>Del 08/08/2026 al 30/04/2027 · 600 h</a:t>
            </a:r>
            <a:endParaRPr sz="1800"/>
          </a:p>
        </p:txBody>
      </p:sp>
      <p:sp>
        <p:nvSpPr>
          <p:cNvPr id="383" name="Google Shape;383;p13"/>
          <p:cNvSpPr/>
          <p:nvPr/>
        </p:nvSpPr>
        <p:spPr>
          <a:xfrm>
            <a:off x="6071616" y="1188720"/>
            <a:ext cx="237744" cy="201168"/>
          </a:xfrm>
          <a:prstGeom prst="rect">
            <a:avLst/>
          </a:prstGeom>
          <a:solidFill>
            <a:schemeClr val="accent5"/>
          </a:solidFill>
          <a:ln cap="flat" cmpd="sng" w="12700">
            <a:solidFill>
              <a:schemeClr val="accent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4" name="Google Shape;384;p13"/>
          <p:cNvSpPr txBox="1"/>
          <p:nvPr/>
        </p:nvSpPr>
        <p:spPr>
          <a:xfrm>
            <a:off x="6400800" y="1124712"/>
            <a:ext cx="118872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400"/>
              <a:buFont typeface="Calibri"/>
              <a:buNone/>
            </a:pPr>
            <a:r>
              <a:rPr lang="en-US" sz="1400">
                <a:solidFill>
                  <a:schemeClr val="dk1"/>
                </a:solidFill>
                <a:latin typeface="Calibri"/>
                <a:ea typeface="Calibri"/>
                <a:cs typeface="Calibri"/>
                <a:sym typeface="Calibri"/>
              </a:rPr>
              <a:t>Planificación</a:t>
            </a:r>
            <a:endParaRPr sz="1400">
              <a:solidFill>
                <a:schemeClr val="dk1"/>
              </a:solidFill>
              <a:latin typeface="Calibri"/>
              <a:ea typeface="Calibri"/>
              <a:cs typeface="Calibri"/>
              <a:sym typeface="Calibri"/>
            </a:endParaRPr>
          </a:p>
        </p:txBody>
      </p:sp>
      <p:sp>
        <p:nvSpPr>
          <p:cNvPr id="385" name="Google Shape;385;p13"/>
          <p:cNvSpPr/>
          <p:nvPr/>
        </p:nvSpPr>
        <p:spPr>
          <a:xfrm>
            <a:off x="7818120" y="1188720"/>
            <a:ext cx="237744" cy="201168"/>
          </a:xfrm>
          <a:prstGeom prst="rect">
            <a:avLst/>
          </a:prstGeom>
          <a:solidFill>
            <a:schemeClr val="accent2"/>
          </a:solidFill>
          <a:ln cap="flat" cmpd="sng" w="12700">
            <a:solidFill>
              <a:schemeClr val="accen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6" name="Google Shape;386;p13"/>
          <p:cNvSpPr txBox="1"/>
          <p:nvPr/>
        </p:nvSpPr>
        <p:spPr>
          <a:xfrm>
            <a:off x="8147304" y="1124712"/>
            <a:ext cx="10058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400"/>
              <a:buFont typeface="Calibri"/>
              <a:buNone/>
            </a:pPr>
            <a:r>
              <a:rPr lang="en-US" sz="1400">
                <a:solidFill>
                  <a:schemeClr val="dk1"/>
                </a:solidFill>
                <a:latin typeface="Calibri"/>
                <a:ea typeface="Calibri"/>
                <a:cs typeface="Calibri"/>
                <a:sym typeface="Calibri"/>
              </a:rPr>
              <a:t>Desarrollo</a:t>
            </a:r>
            <a:endParaRPr sz="1400">
              <a:solidFill>
                <a:schemeClr val="dk1"/>
              </a:solidFill>
              <a:latin typeface="Calibri"/>
              <a:ea typeface="Calibri"/>
              <a:cs typeface="Calibri"/>
              <a:sym typeface="Calibri"/>
            </a:endParaRPr>
          </a:p>
        </p:txBody>
      </p:sp>
      <p:sp>
        <p:nvSpPr>
          <p:cNvPr id="387" name="Google Shape;387;p13"/>
          <p:cNvSpPr/>
          <p:nvPr/>
        </p:nvSpPr>
        <p:spPr>
          <a:xfrm>
            <a:off x="9381744" y="1188720"/>
            <a:ext cx="237744" cy="201168"/>
          </a:xfrm>
          <a:prstGeom prst="rect">
            <a:avLst/>
          </a:prstGeom>
          <a:solidFill>
            <a:schemeClr val="accent1"/>
          </a:solidFill>
          <a:ln cap="flat" cmpd="sng" w="12700">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8" name="Google Shape;388;p13"/>
          <p:cNvSpPr txBox="1"/>
          <p:nvPr/>
        </p:nvSpPr>
        <p:spPr>
          <a:xfrm>
            <a:off x="9710928" y="1124712"/>
            <a:ext cx="9144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400"/>
              <a:buFont typeface="Calibri"/>
              <a:buNone/>
            </a:pPr>
            <a:r>
              <a:rPr lang="en-US" sz="1400">
                <a:solidFill>
                  <a:schemeClr val="dk1"/>
                </a:solidFill>
                <a:latin typeface="Calibri"/>
                <a:ea typeface="Calibri"/>
                <a:cs typeface="Calibri"/>
                <a:sym typeface="Calibri"/>
              </a:rPr>
              <a:t>Escritura</a:t>
            </a:r>
            <a:endParaRPr sz="1400">
              <a:solidFill>
                <a:schemeClr val="dk1"/>
              </a:solidFill>
              <a:latin typeface="Calibri"/>
              <a:ea typeface="Calibri"/>
              <a:cs typeface="Calibri"/>
              <a:sym typeface="Calibri"/>
            </a:endParaRPr>
          </a:p>
        </p:txBody>
      </p:sp>
      <p:sp>
        <p:nvSpPr>
          <p:cNvPr id="389" name="Google Shape;389;p13"/>
          <p:cNvSpPr/>
          <p:nvPr/>
        </p:nvSpPr>
        <p:spPr>
          <a:xfrm>
            <a:off x="10853928" y="1170432"/>
            <a:ext cx="237744" cy="237744"/>
          </a:xfrm>
          <a:prstGeom prst="diamond">
            <a:avLst/>
          </a:prstGeom>
          <a:solidFill>
            <a:schemeClr val="dk1"/>
          </a:solid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0" name="Google Shape;390;p13"/>
          <p:cNvSpPr txBox="1"/>
          <p:nvPr/>
        </p:nvSpPr>
        <p:spPr>
          <a:xfrm>
            <a:off x="11183112" y="1124712"/>
            <a:ext cx="4572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400"/>
              <a:buFont typeface="Calibri"/>
              <a:buNone/>
            </a:pPr>
            <a:r>
              <a:rPr lang="en-US" sz="1400">
                <a:solidFill>
                  <a:schemeClr val="dk1"/>
                </a:solidFill>
                <a:latin typeface="Calibri"/>
                <a:ea typeface="Calibri"/>
                <a:cs typeface="Calibri"/>
                <a:sym typeface="Calibri"/>
              </a:rPr>
              <a:t>Hito</a:t>
            </a:r>
            <a:endParaRPr sz="1400">
              <a:solidFill>
                <a:schemeClr val="dk1"/>
              </a:solidFill>
              <a:latin typeface="Calibri"/>
              <a:ea typeface="Calibri"/>
              <a:cs typeface="Calibri"/>
              <a:sym typeface="Calibri"/>
            </a:endParaRPr>
          </a:p>
        </p:txBody>
      </p:sp>
      <p:sp>
        <p:nvSpPr>
          <p:cNvPr id="391" name="Google Shape;391;p13"/>
          <p:cNvSpPr/>
          <p:nvPr/>
        </p:nvSpPr>
        <p:spPr>
          <a:xfrm>
            <a:off x="3611880" y="1600200"/>
            <a:ext cx="4022858" cy="246888"/>
          </a:xfrm>
          <a:prstGeom prst="rect">
            <a:avLst/>
          </a:prstGeom>
          <a:solidFill>
            <a:schemeClr val="dk1"/>
          </a:solidFill>
          <a:ln cap="flat" cmpd="sng" w="12700">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2" name="Google Shape;392;p13"/>
          <p:cNvSpPr txBox="1"/>
          <p:nvPr/>
        </p:nvSpPr>
        <p:spPr>
          <a:xfrm>
            <a:off x="3611880" y="1600200"/>
            <a:ext cx="4022858"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200"/>
              <a:buFont typeface="Calibri"/>
              <a:buNone/>
            </a:pPr>
            <a:r>
              <a:rPr b="1" lang="en-US" sz="1200">
                <a:solidFill>
                  <a:schemeClr val="lt1"/>
                </a:solidFill>
                <a:latin typeface="Calibri"/>
                <a:ea typeface="Calibri"/>
                <a:cs typeface="Calibri"/>
                <a:sym typeface="Calibri"/>
              </a:rPr>
              <a:t>2026</a:t>
            </a:r>
            <a:endParaRPr sz="1200">
              <a:solidFill>
                <a:schemeClr val="dk1"/>
              </a:solidFill>
              <a:latin typeface="Calibri"/>
              <a:ea typeface="Calibri"/>
              <a:cs typeface="Calibri"/>
              <a:sym typeface="Calibri"/>
            </a:endParaRPr>
          </a:p>
        </p:txBody>
      </p:sp>
      <p:sp>
        <p:nvSpPr>
          <p:cNvPr id="393" name="Google Shape;393;p13"/>
          <p:cNvSpPr/>
          <p:nvPr/>
        </p:nvSpPr>
        <p:spPr>
          <a:xfrm>
            <a:off x="7634738" y="1600200"/>
            <a:ext cx="3155182" cy="246888"/>
          </a:xfrm>
          <a:prstGeom prst="rect">
            <a:avLst/>
          </a:prstGeom>
          <a:solidFill>
            <a:schemeClr val="dk1"/>
          </a:solidFill>
          <a:ln cap="flat" cmpd="sng" w="12700">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4" name="Google Shape;394;p13"/>
          <p:cNvSpPr txBox="1"/>
          <p:nvPr/>
        </p:nvSpPr>
        <p:spPr>
          <a:xfrm>
            <a:off x="7634738" y="1600200"/>
            <a:ext cx="3155182"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200"/>
              <a:buFont typeface="Calibri"/>
              <a:buNone/>
            </a:pPr>
            <a:r>
              <a:rPr b="1" lang="en-US" sz="1200">
                <a:solidFill>
                  <a:schemeClr val="lt1"/>
                </a:solidFill>
                <a:latin typeface="Calibri"/>
                <a:ea typeface="Calibri"/>
                <a:cs typeface="Calibri"/>
                <a:sym typeface="Calibri"/>
              </a:rPr>
              <a:t>2027</a:t>
            </a:r>
            <a:endParaRPr sz="1200">
              <a:solidFill>
                <a:schemeClr val="dk1"/>
              </a:solidFill>
              <a:latin typeface="Calibri"/>
              <a:ea typeface="Calibri"/>
              <a:cs typeface="Calibri"/>
              <a:sym typeface="Calibri"/>
            </a:endParaRPr>
          </a:p>
        </p:txBody>
      </p:sp>
      <p:sp>
        <p:nvSpPr>
          <p:cNvPr id="395" name="Google Shape;395;p13"/>
          <p:cNvSpPr/>
          <p:nvPr/>
        </p:nvSpPr>
        <p:spPr>
          <a:xfrm>
            <a:off x="3611880" y="1847088"/>
            <a:ext cx="815089" cy="246888"/>
          </a:xfrm>
          <a:prstGeom prst="rect">
            <a:avLst/>
          </a:prstGeom>
          <a:solidFill>
            <a:schemeClr val="lt2"/>
          </a:solidFill>
          <a:ln cap="flat" cmpd="sng" w="12700">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6" name="Google Shape;396;p13"/>
          <p:cNvSpPr txBox="1"/>
          <p:nvPr/>
        </p:nvSpPr>
        <p:spPr>
          <a:xfrm>
            <a:off x="3611880" y="1847088"/>
            <a:ext cx="815089"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ago</a:t>
            </a:r>
            <a:endParaRPr sz="1200">
              <a:solidFill>
                <a:schemeClr val="dk1"/>
              </a:solidFill>
              <a:latin typeface="Calibri"/>
              <a:ea typeface="Calibri"/>
              <a:cs typeface="Calibri"/>
              <a:sym typeface="Calibri"/>
            </a:endParaRPr>
          </a:p>
        </p:txBody>
      </p:sp>
      <p:sp>
        <p:nvSpPr>
          <p:cNvPr id="397" name="Google Shape;397;p13"/>
          <p:cNvSpPr/>
          <p:nvPr/>
        </p:nvSpPr>
        <p:spPr>
          <a:xfrm>
            <a:off x="4426969" y="1847088"/>
            <a:ext cx="788796" cy="246888"/>
          </a:xfrm>
          <a:prstGeom prst="rect">
            <a:avLst/>
          </a:prstGeom>
          <a:solidFill>
            <a:schemeClr val="lt2"/>
          </a:solidFill>
          <a:ln cap="flat" cmpd="sng" w="12700">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8" name="Google Shape;398;p13"/>
          <p:cNvSpPr txBox="1"/>
          <p:nvPr/>
        </p:nvSpPr>
        <p:spPr>
          <a:xfrm>
            <a:off x="4426969" y="1847088"/>
            <a:ext cx="788796"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sep</a:t>
            </a:r>
            <a:endParaRPr sz="1200">
              <a:solidFill>
                <a:schemeClr val="dk1"/>
              </a:solidFill>
              <a:latin typeface="Calibri"/>
              <a:ea typeface="Calibri"/>
              <a:cs typeface="Calibri"/>
              <a:sym typeface="Calibri"/>
            </a:endParaRPr>
          </a:p>
        </p:txBody>
      </p:sp>
      <p:sp>
        <p:nvSpPr>
          <p:cNvPr id="399" name="Google Shape;399;p13"/>
          <p:cNvSpPr/>
          <p:nvPr/>
        </p:nvSpPr>
        <p:spPr>
          <a:xfrm>
            <a:off x="5215764" y="1847088"/>
            <a:ext cx="815089" cy="246888"/>
          </a:xfrm>
          <a:prstGeom prst="rect">
            <a:avLst/>
          </a:prstGeom>
          <a:solidFill>
            <a:schemeClr val="lt2"/>
          </a:solidFill>
          <a:ln cap="flat" cmpd="sng" w="12700">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0" name="Google Shape;400;p13"/>
          <p:cNvSpPr txBox="1"/>
          <p:nvPr/>
        </p:nvSpPr>
        <p:spPr>
          <a:xfrm>
            <a:off x="5215764" y="1847088"/>
            <a:ext cx="815089"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oct</a:t>
            </a:r>
            <a:endParaRPr sz="1200">
              <a:solidFill>
                <a:schemeClr val="dk1"/>
              </a:solidFill>
              <a:latin typeface="Calibri"/>
              <a:ea typeface="Calibri"/>
              <a:cs typeface="Calibri"/>
              <a:sym typeface="Calibri"/>
            </a:endParaRPr>
          </a:p>
        </p:txBody>
      </p:sp>
      <p:sp>
        <p:nvSpPr>
          <p:cNvPr id="401" name="Google Shape;401;p13"/>
          <p:cNvSpPr/>
          <p:nvPr/>
        </p:nvSpPr>
        <p:spPr>
          <a:xfrm>
            <a:off x="6030853" y="1847088"/>
            <a:ext cx="788796" cy="246888"/>
          </a:xfrm>
          <a:prstGeom prst="rect">
            <a:avLst/>
          </a:prstGeom>
          <a:solidFill>
            <a:schemeClr val="lt2"/>
          </a:solidFill>
          <a:ln cap="flat" cmpd="sng" w="12700">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2" name="Google Shape;402;p13"/>
          <p:cNvSpPr txBox="1"/>
          <p:nvPr/>
        </p:nvSpPr>
        <p:spPr>
          <a:xfrm>
            <a:off x="6030853" y="1847088"/>
            <a:ext cx="788796"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nov</a:t>
            </a:r>
            <a:endParaRPr sz="1200">
              <a:solidFill>
                <a:schemeClr val="dk1"/>
              </a:solidFill>
              <a:latin typeface="Calibri"/>
              <a:ea typeface="Calibri"/>
              <a:cs typeface="Calibri"/>
              <a:sym typeface="Calibri"/>
            </a:endParaRPr>
          </a:p>
        </p:txBody>
      </p:sp>
      <p:sp>
        <p:nvSpPr>
          <p:cNvPr id="403" name="Google Shape;403;p13"/>
          <p:cNvSpPr/>
          <p:nvPr/>
        </p:nvSpPr>
        <p:spPr>
          <a:xfrm>
            <a:off x="6819649" y="1847088"/>
            <a:ext cx="815089" cy="246888"/>
          </a:xfrm>
          <a:prstGeom prst="rect">
            <a:avLst/>
          </a:prstGeom>
          <a:solidFill>
            <a:schemeClr val="lt2"/>
          </a:solidFill>
          <a:ln cap="flat" cmpd="sng" w="12700">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4" name="Google Shape;404;p13"/>
          <p:cNvSpPr txBox="1"/>
          <p:nvPr/>
        </p:nvSpPr>
        <p:spPr>
          <a:xfrm>
            <a:off x="6819649" y="1847088"/>
            <a:ext cx="815089"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dic</a:t>
            </a:r>
            <a:endParaRPr sz="1200">
              <a:solidFill>
                <a:schemeClr val="dk1"/>
              </a:solidFill>
              <a:latin typeface="Calibri"/>
              <a:ea typeface="Calibri"/>
              <a:cs typeface="Calibri"/>
              <a:sym typeface="Calibri"/>
            </a:endParaRPr>
          </a:p>
        </p:txBody>
      </p:sp>
      <p:sp>
        <p:nvSpPr>
          <p:cNvPr id="405" name="Google Shape;405;p13"/>
          <p:cNvSpPr/>
          <p:nvPr/>
        </p:nvSpPr>
        <p:spPr>
          <a:xfrm>
            <a:off x="7634738" y="1847088"/>
            <a:ext cx="815089" cy="246888"/>
          </a:xfrm>
          <a:prstGeom prst="rect">
            <a:avLst/>
          </a:prstGeom>
          <a:solidFill>
            <a:schemeClr val="lt2"/>
          </a:solidFill>
          <a:ln cap="flat" cmpd="sng" w="12700">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6" name="Google Shape;406;p13"/>
          <p:cNvSpPr txBox="1"/>
          <p:nvPr/>
        </p:nvSpPr>
        <p:spPr>
          <a:xfrm>
            <a:off x="7634738" y="1847088"/>
            <a:ext cx="815089"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ene</a:t>
            </a:r>
            <a:endParaRPr sz="1200">
              <a:solidFill>
                <a:schemeClr val="dk1"/>
              </a:solidFill>
              <a:latin typeface="Calibri"/>
              <a:ea typeface="Calibri"/>
              <a:cs typeface="Calibri"/>
              <a:sym typeface="Calibri"/>
            </a:endParaRPr>
          </a:p>
        </p:txBody>
      </p:sp>
      <p:sp>
        <p:nvSpPr>
          <p:cNvPr id="407" name="Google Shape;407;p13"/>
          <p:cNvSpPr/>
          <p:nvPr/>
        </p:nvSpPr>
        <p:spPr>
          <a:xfrm>
            <a:off x="8449826" y="1847088"/>
            <a:ext cx="736209" cy="246888"/>
          </a:xfrm>
          <a:prstGeom prst="rect">
            <a:avLst/>
          </a:prstGeom>
          <a:solidFill>
            <a:schemeClr val="lt2"/>
          </a:solidFill>
          <a:ln cap="flat" cmpd="sng" w="12700">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8" name="Google Shape;408;p13"/>
          <p:cNvSpPr txBox="1"/>
          <p:nvPr/>
        </p:nvSpPr>
        <p:spPr>
          <a:xfrm>
            <a:off x="8449826" y="1847088"/>
            <a:ext cx="736209"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feb</a:t>
            </a:r>
            <a:endParaRPr sz="1200">
              <a:solidFill>
                <a:schemeClr val="dk1"/>
              </a:solidFill>
              <a:latin typeface="Calibri"/>
              <a:ea typeface="Calibri"/>
              <a:cs typeface="Calibri"/>
              <a:sym typeface="Calibri"/>
            </a:endParaRPr>
          </a:p>
        </p:txBody>
      </p:sp>
      <p:sp>
        <p:nvSpPr>
          <p:cNvPr id="409" name="Google Shape;409;p13"/>
          <p:cNvSpPr/>
          <p:nvPr/>
        </p:nvSpPr>
        <p:spPr>
          <a:xfrm>
            <a:off x="9186036" y="1847088"/>
            <a:ext cx="815089" cy="246888"/>
          </a:xfrm>
          <a:prstGeom prst="rect">
            <a:avLst/>
          </a:prstGeom>
          <a:solidFill>
            <a:schemeClr val="lt2"/>
          </a:solidFill>
          <a:ln cap="flat" cmpd="sng" w="12700">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0" name="Google Shape;410;p13"/>
          <p:cNvSpPr txBox="1"/>
          <p:nvPr/>
        </p:nvSpPr>
        <p:spPr>
          <a:xfrm>
            <a:off x="9186036" y="1847088"/>
            <a:ext cx="815089"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mar</a:t>
            </a:r>
            <a:endParaRPr sz="1200">
              <a:solidFill>
                <a:schemeClr val="dk1"/>
              </a:solidFill>
              <a:latin typeface="Calibri"/>
              <a:ea typeface="Calibri"/>
              <a:cs typeface="Calibri"/>
              <a:sym typeface="Calibri"/>
            </a:endParaRPr>
          </a:p>
        </p:txBody>
      </p:sp>
      <p:sp>
        <p:nvSpPr>
          <p:cNvPr id="411" name="Google Shape;411;p13"/>
          <p:cNvSpPr/>
          <p:nvPr/>
        </p:nvSpPr>
        <p:spPr>
          <a:xfrm>
            <a:off x="10001124" y="1847088"/>
            <a:ext cx="788796" cy="246888"/>
          </a:xfrm>
          <a:prstGeom prst="rect">
            <a:avLst/>
          </a:prstGeom>
          <a:solidFill>
            <a:schemeClr val="lt2"/>
          </a:solidFill>
          <a:ln cap="flat" cmpd="sng" w="12700">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2" name="Google Shape;412;p13"/>
          <p:cNvSpPr txBox="1"/>
          <p:nvPr/>
        </p:nvSpPr>
        <p:spPr>
          <a:xfrm>
            <a:off x="10001124" y="1847088"/>
            <a:ext cx="788796"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abr</a:t>
            </a:r>
            <a:endParaRPr sz="1200">
              <a:solidFill>
                <a:schemeClr val="dk1"/>
              </a:solidFill>
              <a:latin typeface="Calibri"/>
              <a:ea typeface="Calibri"/>
              <a:cs typeface="Calibri"/>
              <a:sym typeface="Calibri"/>
            </a:endParaRPr>
          </a:p>
        </p:txBody>
      </p:sp>
      <p:sp>
        <p:nvSpPr>
          <p:cNvPr id="413" name="Google Shape;413;p13"/>
          <p:cNvSpPr txBox="1"/>
          <p:nvPr/>
        </p:nvSpPr>
        <p:spPr>
          <a:xfrm>
            <a:off x="548640" y="1847088"/>
            <a:ext cx="292608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5"/>
              </a:buClr>
              <a:buSzPts val="1200"/>
              <a:buFont typeface="Calibri"/>
              <a:buNone/>
            </a:pPr>
            <a:r>
              <a:rPr b="1" lang="en-US" sz="1200">
                <a:solidFill>
                  <a:schemeClr val="accent5"/>
                </a:solidFill>
                <a:latin typeface="Calibri"/>
                <a:ea typeface="Calibri"/>
                <a:cs typeface="Calibri"/>
                <a:sym typeface="Calibri"/>
              </a:rPr>
              <a:t>Sprint y contenido</a:t>
            </a:r>
            <a:endParaRPr sz="1200">
              <a:solidFill>
                <a:schemeClr val="dk1"/>
              </a:solidFill>
              <a:latin typeface="Calibri"/>
              <a:ea typeface="Calibri"/>
              <a:cs typeface="Calibri"/>
              <a:sym typeface="Calibri"/>
            </a:endParaRPr>
          </a:p>
        </p:txBody>
      </p:sp>
      <p:sp>
        <p:nvSpPr>
          <p:cNvPr id="414" name="Google Shape;414;p13"/>
          <p:cNvSpPr txBox="1"/>
          <p:nvPr/>
        </p:nvSpPr>
        <p:spPr>
          <a:xfrm>
            <a:off x="11018520" y="1847088"/>
            <a:ext cx="621792" cy="24688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chemeClr val="accent5"/>
              </a:buClr>
              <a:buSzPts val="1200"/>
              <a:buFont typeface="Calibri"/>
              <a:buNone/>
            </a:pPr>
            <a:r>
              <a:rPr b="1" lang="en-US" sz="1200">
                <a:solidFill>
                  <a:schemeClr val="accent5"/>
                </a:solidFill>
                <a:latin typeface="Calibri"/>
                <a:ea typeface="Calibri"/>
                <a:cs typeface="Calibri"/>
                <a:sym typeface="Calibri"/>
              </a:rPr>
              <a:t>Horas</a:t>
            </a:r>
            <a:endParaRPr sz="1200">
              <a:solidFill>
                <a:schemeClr val="dk1"/>
              </a:solidFill>
              <a:latin typeface="Calibri"/>
              <a:ea typeface="Calibri"/>
              <a:cs typeface="Calibri"/>
              <a:sym typeface="Calibri"/>
            </a:endParaRPr>
          </a:p>
        </p:txBody>
      </p:sp>
      <p:sp>
        <p:nvSpPr>
          <p:cNvPr id="415" name="Google Shape;415;p13"/>
          <p:cNvSpPr/>
          <p:nvPr/>
        </p:nvSpPr>
        <p:spPr>
          <a:xfrm>
            <a:off x="548640" y="2121408"/>
            <a:ext cx="11091672" cy="233172"/>
          </a:xfrm>
          <a:prstGeom prst="rect">
            <a:avLst/>
          </a:prstGeom>
          <a:solidFill>
            <a:schemeClr val="lt2">
              <a:alpha val="54902"/>
            </a:schemeClr>
          </a:solidFill>
          <a:ln cap="flat" cmpd="sng" w="12700">
            <a:solidFill>
              <a:schemeClr val="lt2">
                <a:alpha val="54902"/>
              </a:scheme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6" name="Google Shape;416;p13"/>
          <p:cNvSpPr/>
          <p:nvPr/>
        </p:nvSpPr>
        <p:spPr>
          <a:xfrm>
            <a:off x="548640" y="2587752"/>
            <a:ext cx="11091672" cy="233172"/>
          </a:xfrm>
          <a:prstGeom prst="rect">
            <a:avLst/>
          </a:prstGeom>
          <a:solidFill>
            <a:schemeClr val="lt2">
              <a:alpha val="54902"/>
            </a:schemeClr>
          </a:solidFill>
          <a:ln cap="flat" cmpd="sng" w="12700">
            <a:solidFill>
              <a:schemeClr val="lt2">
                <a:alpha val="54902"/>
              </a:scheme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7" name="Google Shape;417;p13"/>
          <p:cNvSpPr/>
          <p:nvPr/>
        </p:nvSpPr>
        <p:spPr>
          <a:xfrm>
            <a:off x="548640" y="3054096"/>
            <a:ext cx="11091672" cy="233172"/>
          </a:xfrm>
          <a:prstGeom prst="rect">
            <a:avLst/>
          </a:prstGeom>
          <a:solidFill>
            <a:schemeClr val="lt2">
              <a:alpha val="54902"/>
            </a:schemeClr>
          </a:solidFill>
          <a:ln cap="flat" cmpd="sng" w="12700">
            <a:solidFill>
              <a:schemeClr val="lt2">
                <a:alpha val="54902"/>
              </a:scheme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8" name="Google Shape;418;p13"/>
          <p:cNvSpPr/>
          <p:nvPr/>
        </p:nvSpPr>
        <p:spPr>
          <a:xfrm>
            <a:off x="548640" y="3520440"/>
            <a:ext cx="11091672" cy="233172"/>
          </a:xfrm>
          <a:prstGeom prst="rect">
            <a:avLst/>
          </a:prstGeom>
          <a:solidFill>
            <a:schemeClr val="lt2">
              <a:alpha val="54902"/>
            </a:schemeClr>
          </a:solidFill>
          <a:ln cap="flat" cmpd="sng" w="12700">
            <a:solidFill>
              <a:schemeClr val="lt2">
                <a:alpha val="54902"/>
              </a:scheme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9" name="Google Shape;419;p13"/>
          <p:cNvSpPr/>
          <p:nvPr/>
        </p:nvSpPr>
        <p:spPr>
          <a:xfrm>
            <a:off x="548640" y="3986784"/>
            <a:ext cx="11091672" cy="233172"/>
          </a:xfrm>
          <a:prstGeom prst="rect">
            <a:avLst/>
          </a:prstGeom>
          <a:solidFill>
            <a:schemeClr val="lt2">
              <a:alpha val="54902"/>
            </a:schemeClr>
          </a:solidFill>
          <a:ln cap="flat" cmpd="sng" w="12700">
            <a:solidFill>
              <a:schemeClr val="lt2">
                <a:alpha val="54902"/>
              </a:scheme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0" name="Google Shape;420;p13"/>
          <p:cNvSpPr/>
          <p:nvPr/>
        </p:nvSpPr>
        <p:spPr>
          <a:xfrm>
            <a:off x="548640" y="4453128"/>
            <a:ext cx="11091672" cy="233172"/>
          </a:xfrm>
          <a:prstGeom prst="rect">
            <a:avLst/>
          </a:prstGeom>
          <a:solidFill>
            <a:schemeClr val="lt2">
              <a:alpha val="54902"/>
            </a:schemeClr>
          </a:solidFill>
          <a:ln cap="flat" cmpd="sng" w="12700">
            <a:solidFill>
              <a:schemeClr val="lt2">
                <a:alpha val="54902"/>
              </a:scheme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1" name="Google Shape;421;p13"/>
          <p:cNvSpPr/>
          <p:nvPr/>
        </p:nvSpPr>
        <p:spPr>
          <a:xfrm>
            <a:off x="548640" y="4919472"/>
            <a:ext cx="11091672" cy="233172"/>
          </a:xfrm>
          <a:prstGeom prst="rect">
            <a:avLst/>
          </a:prstGeom>
          <a:solidFill>
            <a:schemeClr val="lt2">
              <a:alpha val="54902"/>
            </a:schemeClr>
          </a:solidFill>
          <a:ln cap="flat" cmpd="sng" w="12700">
            <a:solidFill>
              <a:schemeClr val="lt2">
                <a:alpha val="54902"/>
              </a:scheme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2" name="Google Shape;422;p13"/>
          <p:cNvSpPr/>
          <p:nvPr/>
        </p:nvSpPr>
        <p:spPr>
          <a:xfrm>
            <a:off x="548640" y="5385816"/>
            <a:ext cx="11091672" cy="233172"/>
          </a:xfrm>
          <a:prstGeom prst="rect">
            <a:avLst/>
          </a:prstGeom>
          <a:solidFill>
            <a:schemeClr val="lt2">
              <a:alpha val="54902"/>
            </a:schemeClr>
          </a:solidFill>
          <a:ln cap="flat" cmpd="sng" w="12700">
            <a:solidFill>
              <a:schemeClr val="lt2">
                <a:alpha val="54902"/>
              </a:scheme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3" name="Google Shape;423;p13"/>
          <p:cNvSpPr/>
          <p:nvPr/>
        </p:nvSpPr>
        <p:spPr>
          <a:xfrm>
            <a:off x="548640" y="5852160"/>
            <a:ext cx="11091672" cy="233172"/>
          </a:xfrm>
          <a:prstGeom prst="rect">
            <a:avLst/>
          </a:prstGeom>
          <a:solidFill>
            <a:schemeClr val="lt2">
              <a:alpha val="54902"/>
            </a:schemeClr>
          </a:solidFill>
          <a:ln cap="flat" cmpd="sng" w="12700">
            <a:solidFill>
              <a:schemeClr val="lt2">
                <a:alpha val="54902"/>
              </a:scheme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424" name="Google Shape;424;p13"/>
          <p:cNvCxnSpPr/>
          <p:nvPr/>
        </p:nvCxnSpPr>
        <p:spPr>
          <a:xfrm>
            <a:off x="4426969" y="2121408"/>
            <a:ext cx="0" cy="3963924"/>
          </a:xfrm>
          <a:prstGeom prst="straightConnector1">
            <a:avLst/>
          </a:prstGeom>
          <a:noFill/>
          <a:ln cap="flat" cmpd="sng" w="9525">
            <a:solidFill>
              <a:schemeClr val="accent5">
                <a:alpha val="30196"/>
              </a:schemeClr>
            </a:solidFill>
            <a:prstDash val="solid"/>
            <a:round/>
            <a:headEnd len="sm" w="sm" type="none"/>
            <a:tailEnd len="sm" w="sm" type="none"/>
          </a:ln>
        </p:spPr>
      </p:cxnSp>
      <p:cxnSp>
        <p:nvCxnSpPr>
          <p:cNvPr id="425" name="Google Shape;425;p13"/>
          <p:cNvCxnSpPr/>
          <p:nvPr/>
        </p:nvCxnSpPr>
        <p:spPr>
          <a:xfrm>
            <a:off x="5215764" y="2121408"/>
            <a:ext cx="0" cy="3963924"/>
          </a:xfrm>
          <a:prstGeom prst="straightConnector1">
            <a:avLst/>
          </a:prstGeom>
          <a:noFill/>
          <a:ln cap="flat" cmpd="sng" w="9525">
            <a:solidFill>
              <a:schemeClr val="accent5">
                <a:alpha val="30196"/>
              </a:schemeClr>
            </a:solidFill>
            <a:prstDash val="solid"/>
            <a:round/>
            <a:headEnd len="sm" w="sm" type="none"/>
            <a:tailEnd len="sm" w="sm" type="none"/>
          </a:ln>
        </p:spPr>
      </p:cxnSp>
      <p:cxnSp>
        <p:nvCxnSpPr>
          <p:cNvPr id="426" name="Google Shape;426;p13"/>
          <p:cNvCxnSpPr/>
          <p:nvPr/>
        </p:nvCxnSpPr>
        <p:spPr>
          <a:xfrm>
            <a:off x="6030853" y="2121408"/>
            <a:ext cx="0" cy="3963924"/>
          </a:xfrm>
          <a:prstGeom prst="straightConnector1">
            <a:avLst/>
          </a:prstGeom>
          <a:noFill/>
          <a:ln cap="flat" cmpd="sng" w="9525">
            <a:solidFill>
              <a:schemeClr val="accent5">
                <a:alpha val="30196"/>
              </a:schemeClr>
            </a:solidFill>
            <a:prstDash val="solid"/>
            <a:round/>
            <a:headEnd len="sm" w="sm" type="none"/>
            <a:tailEnd len="sm" w="sm" type="none"/>
          </a:ln>
        </p:spPr>
      </p:cxnSp>
      <p:cxnSp>
        <p:nvCxnSpPr>
          <p:cNvPr id="427" name="Google Shape;427;p13"/>
          <p:cNvCxnSpPr/>
          <p:nvPr/>
        </p:nvCxnSpPr>
        <p:spPr>
          <a:xfrm>
            <a:off x="6819649" y="2121408"/>
            <a:ext cx="0" cy="3963924"/>
          </a:xfrm>
          <a:prstGeom prst="straightConnector1">
            <a:avLst/>
          </a:prstGeom>
          <a:noFill/>
          <a:ln cap="flat" cmpd="sng" w="9525">
            <a:solidFill>
              <a:schemeClr val="accent5">
                <a:alpha val="30196"/>
              </a:schemeClr>
            </a:solidFill>
            <a:prstDash val="solid"/>
            <a:round/>
            <a:headEnd len="sm" w="sm" type="none"/>
            <a:tailEnd len="sm" w="sm" type="none"/>
          </a:ln>
        </p:spPr>
      </p:cxnSp>
      <p:cxnSp>
        <p:nvCxnSpPr>
          <p:cNvPr id="428" name="Google Shape;428;p13"/>
          <p:cNvCxnSpPr/>
          <p:nvPr/>
        </p:nvCxnSpPr>
        <p:spPr>
          <a:xfrm>
            <a:off x="7634738" y="2121408"/>
            <a:ext cx="0" cy="3963924"/>
          </a:xfrm>
          <a:prstGeom prst="straightConnector1">
            <a:avLst/>
          </a:prstGeom>
          <a:noFill/>
          <a:ln cap="flat" cmpd="sng" w="9525">
            <a:solidFill>
              <a:schemeClr val="accent5">
                <a:alpha val="30196"/>
              </a:schemeClr>
            </a:solidFill>
            <a:prstDash val="solid"/>
            <a:round/>
            <a:headEnd len="sm" w="sm" type="none"/>
            <a:tailEnd len="sm" w="sm" type="none"/>
          </a:ln>
        </p:spPr>
      </p:cxnSp>
      <p:cxnSp>
        <p:nvCxnSpPr>
          <p:cNvPr id="429" name="Google Shape;429;p13"/>
          <p:cNvCxnSpPr/>
          <p:nvPr/>
        </p:nvCxnSpPr>
        <p:spPr>
          <a:xfrm>
            <a:off x="8449826" y="2121408"/>
            <a:ext cx="0" cy="3963924"/>
          </a:xfrm>
          <a:prstGeom prst="straightConnector1">
            <a:avLst/>
          </a:prstGeom>
          <a:noFill/>
          <a:ln cap="flat" cmpd="sng" w="9525">
            <a:solidFill>
              <a:schemeClr val="accent5">
                <a:alpha val="30196"/>
              </a:schemeClr>
            </a:solidFill>
            <a:prstDash val="solid"/>
            <a:round/>
            <a:headEnd len="sm" w="sm" type="none"/>
            <a:tailEnd len="sm" w="sm" type="none"/>
          </a:ln>
        </p:spPr>
      </p:cxnSp>
      <p:cxnSp>
        <p:nvCxnSpPr>
          <p:cNvPr id="430" name="Google Shape;430;p13"/>
          <p:cNvCxnSpPr/>
          <p:nvPr/>
        </p:nvCxnSpPr>
        <p:spPr>
          <a:xfrm>
            <a:off x="9186036" y="2121408"/>
            <a:ext cx="0" cy="3963924"/>
          </a:xfrm>
          <a:prstGeom prst="straightConnector1">
            <a:avLst/>
          </a:prstGeom>
          <a:noFill/>
          <a:ln cap="flat" cmpd="sng" w="9525">
            <a:solidFill>
              <a:schemeClr val="accent5">
                <a:alpha val="30196"/>
              </a:schemeClr>
            </a:solidFill>
            <a:prstDash val="solid"/>
            <a:round/>
            <a:headEnd len="sm" w="sm" type="none"/>
            <a:tailEnd len="sm" w="sm" type="none"/>
          </a:ln>
        </p:spPr>
      </p:cxnSp>
      <p:cxnSp>
        <p:nvCxnSpPr>
          <p:cNvPr id="431" name="Google Shape;431;p13"/>
          <p:cNvCxnSpPr/>
          <p:nvPr/>
        </p:nvCxnSpPr>
        <p:spPr>
          <a:xfrm>
            <a:off x="10001124" y="2121408"/>
            <a:ext cx="0" cy="3963924"/>
          </a:xfrm>
          <a:prstGeom prst="straightConnector1">
            <a:avLst/>
          </a:prstGeom>
          <a:noFill/>
          <a:ln cap="flat" cmpd="sng" w="9525">
            <a:solidFill>
              <a:schemeClr val="accent5">
                <a:alpha val="30196"/>
              </a:schemeClr>
            </a:solidFill>
            <a:prstDash val="solid"/>
            <a:round/>
            <a:headEnd len="sm" w="sm" type="none"/>
            <a:tailEnd len="sm" w="sm" type="none"/>
          </a:ln>
        </p:spPr>
      </p:cxnSp>
      <p:sp>
        <p:nvSpPr>
          <p:cNvPr id="432" name="Google Shape;432;p13"/>
          <p:cNvSpPr txBox="1"/>
          <p:nvPr/>
        </p:nvSpPr>
        <p:spPr>
          <a:xfrm>
            <a:off x="548640" y="2121408"/>
            <a:ext cx="2971800" cy="2331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Sprint 0 · Planificación</a:t>
            </a:r>
            <a:endParaRPr sz="1200">
              <a:solidFill>
                <a:schemeClr val="dk1"/>
              </a:solidFill>
              <a:latin typeface="Calibri"/>
              <a:ea typeface="Calibri"/>
              <a:cs typeface="Calibri"/>
              <a:sym typeface="Calibri"/>
            </a:endParaRPr>
          </a:p>
        </p:txBody>
      </p:sp>
      <p:sp>
        <p:nvSpPr>
          <p:cNvPr id="433" name="Google Shape;433;p13"/>
          <p:cNvSpPr/>
          <p:nvPr/>
        </p:nvSpPr>
        <p:spPr>
          <a:xfrm>
            <a:off x="3795932" y="2162556"/>
            <a:ext cx="1761644" cy="150876"/>
          </a:xfrm>
          <a:prstGeom prst="rect">
            <a:avLst/>
          </a:prstGeom>
          <a:solidFill>
            <a:schemeClr val="accent5"/>
          </a:solidFill>
          <a:ln cap="flat" cmpd="sng" w="12700">
            <a:solidFill>
              <a:schemeClr val="accent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4" name="Google Shape;434;p13"/>
          <p:cNvSpPr txBox="1"/>
          <p:nvPr/>
        </p:nvSpPr>
        <p:spPr>
          <a:xfrm>
            <a:off x="11018520" y="2121408"/>
            <a:ext cx="621792" cy="23317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48 h</a:t>
            </a:r>
            <a:endParaRPr sz="1200">
              <a:solidFill>
                <a:schemeClr val="dk1"/>
              </a:solidFill>
              <a:latin typeface="Calibri"/>
              <a:ea typeface="Calibri"/>
              <a:cs typeface="Calibri"/>
              <a:sym typeface="Calibri"/>
            </a:endParaRPr>
          </a:p>
        </p:txBody>
      </p:sp>
      <p:sp>
        <p:nvSpPr>
          <p:cNvPr id="435" name="Google Shape;435;p13"/>
          <p:cNvSpPr txBox="1"/>
          <p:nvPr/>
        </p:nvSpPr>
        <p:spPr>
          <a:xfrm>
            <a:off x="685800" y="2354580"/>
            <a:ext cx="2971800" cy="2331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5"/>
              </a:buClr>
              <a:buSzPts val="1200"/>
              <a:buFont typeface="Calibri"/>
              <a:buNone/>
            </a:pPr>
            <a:r>
              <a:rPr i="1" lang="en-US" sz="1200">
                <a:solidFill>
                  <a:schemeClr val="accent5"/>
                </a:solidFill>
                <a:latin typeface="Calibri"/>
                <a:ea typeface="Calibri"/>
                <a:cs typeface="Calibri"/>
                <a:sym typeface="Calibri"/>
              </a:rPr>
              <a:t>Hito: entrega del plan</a:t>
            </a:r>
            <a:endParaRPr sz="1200">
              <a:solidFill>
                <a:schemeClr val="dk1"/>
              </a:solidFill>
              <a:latin typeface="Calibri"/>
              <a:ea typeface="Calibri"/>
              <a:cs typeface="Calibri"/>
              <a:sym typeface="Calibri"/>
            </a:endParaRPr>
          </a:p>
        </p:txBody>
      </p:sp>
      <p:sp>
        <p:nvSpPr>
          <p:cNvPr id="436" name="Google Shape;436;p13"/>
          <p:cNvSpPr/>
          <p:nvPr/>
        </p:nvSpPr>
        <p:spPr>
          <a:xfrm>
            <a:off x="5443845" y="2370582"/>
            <a:ext cx="201168" cy="201168"/>
          </a:xfrm>
          <a:prstGeom prst="diamond">
            <a:avLst/>
          </a:prstGeom>
          <a:solidFill>
            <a:schemeClr val="dk1"/>
          </a:solid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7" name="Google Shape;437;p13"/>
          <p:cNvSpPr txBox="1"/>
          <p:nvPr/>
        </p:nvSpPr>
        <p:spPr>
          <a:xfrm>
            <a:off x="10652760" y="2354580"/>
            <a:ext cx="987552" cy="23317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chemeClr val="accent5"/>
              </a:buClr>
              <a:buSzPts val="1100"/>
              <a:buFont typeface="Calibri"/>
              <a:buNone/>
            </a:pPr>
            <a:r>
              <a:rPr lang="en-US" sz="1100">
                <a:solidFill>
                  <a:schemeClr val="accent5"/>
                </a:solidFill>
                <a:latin typeface="Calibri"/>
                <a:ea typeface="Calibri"/>
                <a:cs typeface="Calibri"/>
                <a:sym typeface="Calibri"/>
              </a:rPr>
              <a:t>13/10/2026</a:t>
            </a:r>
            <a:endParaRPr sz="1100">
              <a:solidFill>
                <a:schemeClr val="dk1"/>
              </a:solidFill>
              <a:latin typeface="Calibri"/>
              <a:ea typeface="Calibri"/>
              <a:cs typeface="Calibri"/>
              <a:sym typeface="Calibri"/>
            </a:endParaRPr>
          </a:p>
        </p:txBody>
      </p:sp>
      <p:sp>
        <p:nvSpPr>
          <p:cNvPr id="438" name="Google Shape;438;p13"/>
          <p:cNvSpPr txBox="1"/>
          <p:nvPr/>
        </p:nvSpPr>
        <p:spPr>
          <a:xfrm>
            <a:off x="548640" y="2587752"/>
            <a:ext cx="2971800" cy="2331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Sprint 1 · HU1</a:t>
            </a:r>
            <a:endParaRPr sz="1200">
              <a:solidFill>
                <a:schemeClr val="dk1"/>
              </a:solidFill>
              <a:latin typeface="Calibri"/>
              <a:ea typeface="Calibri"/>
              <a:cs typeface="Calibri"/>
              <a:sym typeface="Calibri"/>
            </a:endParaRPr>
          </a:p>
        </p:txBody>
      </p:sp>
      <p:sp>
        <p:nvSpPr>
          <p:cNvPr id="439" name="Google Shape;439;p13"/>
          <p:cNvSpPr/>
          <p:nvPr/>
        </p:nvSpPr>
        <p:spPr>
          <a:xfrm>
            <a:off x="5557576" y="2628900"/>
            <a:ext cx="368105" cy="150876"/>
          </a:xfrm>
          <a:prstGeom prst="rect">
            <a:avLst/>
          </a:prstGeom>
          <a:solidFill>
            <a:schemeClr val="accent2"/>
          </a:solidFill>
          <a:ln cap="flat" cmpd="sng" w="12700">
            <a:solidFill>
              <a:schemeClr val="accen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0" name="Google Shape;440;p13"/>
          <p:cNvSpPr txBox="1"/>
          <p:nvPr/>
        </p:nvSpPr>
        <p:spPr>
          <a:xfrm>
            <a:off x="11018520" y="2587752"/>
            <a:ext cx="621792" cy="23317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50 h</a:t>
            </a:r>
            <a:endParaRPr sz="1200">
              <a:solidFill>
                <a:schemeClr val="dk1"/>
              </a:solidFill>
              <a:latin typeface="Calibri"/>
              <a:ea typeface="Calibri"/>
              <a:cs typeface="Calibri"/>
              <a:sym typeface="Calibri"/>
            </a:endParaRPr>
          </a:p>
        </p:txBody>
      </p:sp>
      <p:sp>
        <p:nvSpPr>
          <p:cNvPr id="441" name="Google Shape;441;p13"/>
          <p:cNvSpPr txBox="1"/>
          <p:nvPr/>
        </p:nvSpPr>
        <p:spPr>
          <a:xfrm>
            <a:off x="548640" y="2820924"/>
            <a:ext cx="2971800" cy="2331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Sprint 2 · HU2 y HU3</a:t>
            </a:r>
            <a:endParaRPr sz="1200">
              <a:solidFill>
                <a:schemeClr val="dk1"/>
              </a:solidFill>
              <a:latin typeface="Calibri"/>
              <a:ea typeface="Calibri"/>
              <a:cs typeface="Calibri"/>
              <a:sym typeface="Calibri"/>
            </a:endParaRPr>
          </a:p>
        </p:txBody>
      </p:sp>
      <p:sp>
        <p:nvSpPr>
          <p:cNvPr id="442" name="Google Shape;442;p13"/>
          <p:cNvSpPr/>
          <p:nvPr/>
        </p:nvSpPr>
        <p:spPr>
          <a:xfrm>
            <a:off x="5925680" y="2862072"/>
            <a:ext cx="368105" cy="150876"/>
          </a:xfrm>
          <a:prstGeom prst="rect">
            <a:avLst/>
          </a:prstGeom>
          <a:solidFill>
            <a:schemeClr val="accent2"/>
          </a:solidFill>
          <a:ln cap="flat" cmpd="sng" w="12700">
            <a:solidFill>
              <a:schemeClr val="accen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3" name="Google Shape;443;p13"/>
          <p:cNvSpPr txBox="1"/>
          <p:nvPr/>
        </p:nvSpPr>
        <p:spPr>
          <a:xfrm>
            <a:off x="11018520" y="2820924"/>
            <a:ext cx="621792" cy="23317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50 h</a:t>
            </a:r>
            <a:endParaRPr sz="1200">
              <a:solidFill>
                <a:schemeClr val="dk1"/>
              </a:solidFill>
              <a:latin typeface="Calibri"/>
              <a:ea typeface="Calibri"/>
              <a:cs typeface="Calibri"/>
              <a:sym typeface="Calibri"/>
            </a:endParaRPr>
          </a:p>
        </p:txBody>
      </p:sp>
      <p:sp>
        <p:nvSpPr>
          <p:cNvPr id="444" name="Google Shape;444;p13"/>
          <p:cNvSpPr txBox="1"/>
          <p:nvPr/>
        </p:nvSpPr>
        <p:spPr>
          <a:xfrm>
            <a:off x="548640" y="3054096"/>
            <a:ext cx="2971800" cy="2331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Sprint 3 · HU3</a:t>
            </a:r>
            <a:endParaRPr sz="1200">
              <a:solidFill>
                <a:schemeClr val="dk1"/>
              </a:solidFill>
              <a:latin typeface="Calibri"/>
              <a:ea typeface="Calibri"/>
              <a:cs typeface="Calibri"/>
              <a:sym typeface="Calibri"/>
            </a:endParaRPr>
          </a:p>
        </p:txBody>
      </p:sp>
      <p:sp>
        <p:nvSpPr>
          <p:cNvPr id="445" name="Google Shape;445;p13"/>
          <p:cNvSpPr/>
          <p:nvPr/>
        </p:nvSpPr>
        <p:spPr>
          <a:xfrm>
            <a:off x="6293785" y="3095244"/>
            <a:ext cx="368105" cy="150876"/>
          </a:xfrm>
          <a:prstGeom prst="rect">
            <a:avLst/>
          </a:prstGeom>
          <a:solidFill>
            <a:schemeClr val="accent2"/>
          </a:solidFill>
          <a:ln cap="flat" cmpd="sng" w="12700">
            <a:solidFill>
              <a:schemeClr val="accen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6" name="Google Shape;446;p13"/>
          <p:cNvSpPr txBox="1"/>
          <p:nvPr/>
        </p:nvSpPr>
        <p:spPr>
          <a:xfrm>
            <a:off x="11018520" y="3054096"/>
            <a:ext cx="621792" cy="23317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50 h</a:t>
            </a:r>
            <a:endParaRPr sz="1200">
              <a:solidFill>
                <a:schemeClr val="dk1"/>
              </a:solidFill>
              <a:latin typeface="Calibri"/>
              <a:ea typeface="Calibri"/>
              <a:cs typeface="Calibri"/>
              <a:sym typeface="Calibri"/>
            </a:endParaRPr>
          </a:p>
        </p:txBody>
      </p:sp>
      <p:sp>
        <p:nvSpPr>
          <p:cNvPr id="447" name="Google Shape;447;p13"/>
          <p:cNvSpPr txBox="1"/>
          <p:nvPr/>
        </p:nvSpPr>
        <p:spPr>
          <a:xfrm>
            <a:off x="548640" y="3287268"/>
            <a:ext cx="2971800" cy="2331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Sprint 4 · HU4 y HU5</a:t>
            </a:r>
            <a:endParaRPr sz="1200">
              <a:solidFill>
                <a:schemeClr val="dk1"/>
              </a:solidFill>
              <a:latin typeface="Calibri"/>
              <a:ea typeface="Calibri"/>
              <a:cs typeface="Calibri"/>
              <a:sym typeface="Calibri"/>
            </a:endParaRPr>
          </a:p>
        </p:txBody>
      </p:sp>
      <p:sp>
        <p:nvSpPr>
          <p:cNvPr id="448" name="Google Shape;448;p13"/>
          <p:cNvSpPr/>
          <p:nvPr/>
        </p:nvSpPr>
        <p:spPr>
          <a:xfrm>
            <a:off x="6661890" y="3328416"/>
            <a:ext cx="368105" cy="150876"/>
          </a:xfrm>
          <a:prstGeom prst="rect">
            <a:avLst/>
          </a:prstGeom>
          <a:solidFill>
            <a:schemeClr val="accent2"/>
          </a:solidFill>
          <a:ln cap="flat" cmpd="sng" w="12700">
            <a:solidFill>
              <a:schemeClr val="accen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9" name="Google Shape;449;p13"/>
          <p:cNvSpPr txBox="1"/>
          <p:nvPr/>
        </p:nvSpPr>
        <p:spPr>
          <a:xfrm>
            <a:off x="11018520" y="3287268"/>
            <a:ext cx="621792" cy="23317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48 h</a:t>
            </a:r>
            <a:endParaRPr sz="1200">
              <a:solidFill>
                <a:schemeClr val="dk1"/>
              </a:solidFill>
              <a:latin typeface="Calibri"/>
              <a:ea typeface="Calibri"/>
              <a:cs typeface="Calibri"/>
              <a:sym typeface="Calibri"/>
            </a:endParaRPr>
          </a:p>
        </p:txBody>
      </p:sp>
      <p:sp>
        <p:nvSpPr>
          <p:cNvPr id="450" name="Google Shape;450;p13"/>
          <p:cNvSpPr txBox="1"/>
          <p:nvPr/>
        </p:nvSpPr>
        <p:spPr>
          <a:xfrm>
            <a:off x="548640" y="3520440"/>
            <a:ext cx="2971800" cy="2331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Sprint 5 · HU5 y HU6</a:t>
            </a:r>
            <a:endParaRPr sz="1200">
              <a:solidFill>
                <a:schemeClr val="dk1"/>
              </a:solidFill>
              <a:latin typeface="Calibri"/>
              <a:ea typeface="Calibri"/>
              <a:cs typeface="Calibri"/>
              <a:sym typeface="Calibri"/>
            </a:endParaRPr>
          </a:p>
        </p:txBody>
      </p:sp>
      <p:sp>
        <p:nvSpPr>
          <p:cNvPr id="451" name="Google Shape;451;p13"/>
          <p:cNvSpPr/>
          <p:nvPr/>
        </p:nvSpPr>
        <p:spPr>
          <a:xfrm>
            <a:off x="7029994" y="3561588"/>
            <a:ext cx="368105" cy="150876"/>
          </a:xfrm>
          <a:prstGeom prst="rect">
            <a:avLst/>
          </a:prstGeom>
          <a:solidFill>
            <a:schemeClr val="accent2"/>
          </a:solidFill>
          <a:ln cap="flat" cmpd="sng" w="12700">
            <a:solidFill>
              <a:schemeClr val="accen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2" name="Google Shape;452;p13"/>
          <p:cNvSpPr txBox="1"/>
          <p:nvPr/>
        </p:nvSpPr>
        <p:spPr>
          <a:xfrm>
            <a:off x="11018520" y="3520440"/>
            <a:ext cx="621792" cy="23317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48 h</a:t>
            </a:r>
            <a:endParaRPr sz="1200">
              <a:solidFill>
                <a:schemeClr val="dk1"/>
              </a:solidFill>
              <a:latin typeface="Calibri"/>
              <a:ea typeface="Calibri"/>
              <a:cs typeface="Calibri"/>
              <a:sym typeface="Calibri"/>
            </a:endParaRPr>
          </a:p>
        </p:txBody>
      </p:sp>
      <p:sp>
        <p:nvSpPr>
          <p:cNvPr id="453" name="Google Shape;453;p13"/>
          <p:cNvSpPr txBox="1"/>
          <p:nvPr/>
        </p:nvSpPr>
        <p:spPr>
          <a:xfrm>
            <a:off x="548640" y="3753612"/>
            <a:ext cx="2971800" cy="2331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Receso de fin de año</a:t>
            </a:r>
            <a:endParaRPr sz="1200">
              <a:solidFill>
                <a:schemeClr val="dk1"/>
              </a:solidFill>
              <a:latin typeface="Calibri"/>
              <a:ea typeface="Calibri"/>
              <a:cs typeface="Calibri"/>
              <a:sym typeface="Calibri"/>
            </a:endParaRPr>
          </a:p>
        </p:txBody>
      </p:sp>
      <p:sp>
        <p:nvSpPr>
          <p:cNvPr id="454" name="Google Shape;454;p13"/>
          <p:cNvSpPr/>
          <p:nvPr/>
        </p:nvSpPr>
        <p:spPr>
          <a:xfrm>
            <a:off x="7398099" y="3794760"/>
            <a:ext cx="184052" cy="150876"/>
          </a:xfrm>
          <a:prstGeom prst="rect">
            <a:avLst/>
          </a:prstGeom>
          <a:solidFill>
            <a:schemeClr val="lt2"/>
          </a:solidFill>
          <a:ln cap="flat" cmpd="sng" w="9525">
            <a:solidFill>
              <a:schemeClr val="accent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5" name="Google Shape;455;p13"/>
          <p:cNvSpPr txBox="1"/>
          <p:nvPr/>
        </p:nvSpPr>
        <p:spPr>
          <a:xfrm>
            <a:off x="11018520" y="3753612"/>
            <a:ext cx="621792" cy="23317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a:t>
            </a:r>
            <a:endParaRPr sz="1200">
              <a:solidFill>
                <a:schemeClr val="dk1"/>
              </a:solidFill>
              <a:latin typeface="Calibri"/>
              <a:ea typeface="Calibri"/>
              <a:cs typeface="Calibri"/>
              <a:sym typeface="Calibri"/>
            </a:endParaRPr>
          </a:p>
        </p:txBody>
      </p:sp>
      <p:sp>
        <p:nvSpPr>
          <p:cNvPr id="456" name="Google Shape;456;p13"/>
          <p:cNvSpPr txBox="1"/>
          <p:nvPr/>
        </p:nvSpPr>
        <p:spPr>
          <a:xfrm>
            <a:off x="548640" y="3986784"/>
            <a:ext cx="2971800" cy="2331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Sprint 6 · HU6 y pruebas</a:t>
            </a:r>
            <a:endParaRPr sz="1200">
              <a:solidFill>
                <a:schemeClr val="dk1"/>
              </a:solidFill>
              <a:latin typeface="Calibri"/>
              <a:ea typeface="Calibri"/>
              <a:cs typeface="Calibri"/>
              <a:sym typeface="Calibri"/>
            </a:endParaRPr>
          </a:p>
        </p:txBody>
      </p:sp>
      <p:sp>
        <p:nvSpPr>
          <p:cNvPr id="457" name="Google Shape;457;p13"/>
          <p:cNvSpPr/>
          <p:nvPr/>
        </p:nvSpPr>
        <p:spPr>
          <a:xfrm>
            <a:off x="7582151" y="4027932"/>
            <a:ext cx="368105" cy="150876"/>
          </a:xfrm>
          <a:prstGeom prst="rect">
            <a:avLst/>
          </a:prstGeom>
          <a:solidFill>
            <a:schemeClr val="accent2"/>
          </a:solidFill>
          <a:ln cap="flat" cmpd="sng" w="12700">
            <a:solidFill>
              <a:schemeClr val="accen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8" name="Google Shape;458;p13"/>
          <p:cNvSpPr txBox="1"/>
          <p:nvPr/>
        </p:nvSpPr>
        <p:spPr>
          <a:xfrm>
            <a:off x="11018520" y="3986784"/>
            <a:ext cx="621792" cy="23317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50 h</a:t>
            </a:r>
            <a:endParaRPr sz="1200">
              <a:solidFill>
                <a:schemeClr val="dk1"/>
              </a:solidFill>
              <a:latin typeface="Calibri"/>
              <a:ea typeface="Calibri"/>
              <a:cs typeface="Calibri"/>
              <a:sym typeface="Calibri"/>
            </a:endParaRPr>
          </a:p>
        </p:txBody>
      </p:sp>
      <p:sp>
        <p:nvSpPr>
          <p:cNvPr id="459" name="Google Shape;459;p13"/>
          <p:cNvSpPr txBox="1"/>
          <p:nvPr/>
        </p:nvSpPr>
        <p:spPr>
          <a:xfrm>
            <a:off x="548640" y="4219956"/>
            <a:ext cx="2971800" cy="2331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Sprint 7 · Pruebas y HU7</a:t>
            </a:r>
            <a:endParaRPr sz="1200">
              <a:solidFill>
                <a:schemeClr val="dk1"/>
              </a:solidFill>
              <a:latin typeface="Calibri"/>
              <a:ea typeface="Calibri"/>
              <a:cs typeface="Calibri"/>
              <a:sym typeface="Calibri"/>
            </a:endParaRPr>
          </a:p>
        </p:txBody>
      </p:sp>
      <p:sp>
        <p:nvSpPr>
          <p:cNvPr id="460" name="Google Shape;460;p13"/>
          <p:cNvSpPr/>
          <p:nvPr/>
        </p:nvSpPr>
        <p:spPr>
          <a:xfrm>
            <a:off x="7950256" y="4261104"/>
            <a:ext cx="368105" cy="150876"/>
          </a:xfrm>
          <a:prstGeom prst="rect">
            <a:avLst/>
          </a:prstGeom>
          <a:solidFill>
            <a:schemeClr val="accent2"/>
          </a:solidFill>
          <a:ln cap="flat" cmpd="sng" w="12700">
            <a:solidFill>
              <a:schemeClr val="accen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1" name="Google Shape;461;p13"/>
          <p:cNvSpPr txBox="1"/>
          <p:nvPr/>
        </p:nvSpPr>
        <p:spPr>
          <a:xfrm>
            <a:off x="11018520" y="4219956"/>
            <a:ext cx="621792" cy="23317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50 h</a:t>
            </a:r>
            <a:endParaRPr sz="1200">
              <a:solidFill>
                <a:schemeClr val="dk1"/>
              </a:solidFill>
              <a:latin typeface="Calibri"/>
              <a:ea typeface="Calibri"/>
              <a:cs typeface="Calibri"/>
              <a:sym typeface="Calibri"/>
            </a:endParaRPr>
          </a:p>
        </p:txBody>
      </p:sp>
      <p:sp>
        <p:nvSpPr>
          <p:cNvPr id="462" name="Google Shape;462;p13"/>
          <p:cNvSpPr txBox="1"/>
          <p:nvPr/>
        </p:nvSpPr>
        <p:spPr>
          <a:xfrm>
            <a:off x="685800" y="4453128"/>
            <a:ext cx="2971800" cy="2331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5"/>
              </a:buClr>
              <a:buSzPts val="1200"/>
              <a:buFont typeface="Calibri"/>
              <a:buNone/>
            </a:pPr>
            <a:r>
              <a:rPr i="1" lang="en-US" sz="1200">
                <a:solidFill>
                  <a:schemeClr val="accent5"/>
                </a:solidFill>
                <a:latin typeface="Calibri"/>
                <a:ea typeface="Calibri"/>
                <a:cs typeface="Calibri"/>
                <a:sym typeface="Calibri"/>
              </a:rPr>
              <a:t>Hito: publicación de las sinopsis</a:t>
            </a:r>
            <a:endParaRPr sz="1200">
              <a:solidFill>
                <a:schemeClr val="dk1"/>
              </a:solidFill>
              <a:latin typeface="Calibri"/>
              <a:ea typeface="Calibri"/>
              <a:cs typeface="Calibri"/>
              <a:sym typeface="Calibri"/>
            </a:endParaRPr>
          </a:p>
        </p:txBody>
      </p:sp>
      <p:sp>
        <p:nvSpPr>
          <p:cNvPr id="463" name="Google Shape;463;p13"/>
          <p:cNvSpPr/>
          <p:nvPr/>
        </p:nvSpPr>
        <p:spPr>
          <a:xfrm>
            <a:off x="8230923" y="4469130"/>
            <a:ext cx="201168" cy="201168"/>
          </a:xfrm>
          <a:prstGeom prst="diamond">
            <a:avLst/>
          </a:prstGeom>
          <a:solidFill>
            <a:schemeClr val="dk1"/>
          </a:solid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4" name="Google Shape;464;p13"/>
          <p:cNvSpPr txBox="1"/>
          <p:nvPr/>
        </p:nvSpPr>
        <p:spPr>
          <a:xfrm>
            <a:off x="10652760" y="4453128"/>
            <a:ext cx="987552" cy="23317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chemeClr val="accent5"/>
              </a:buClr>
              <a:buSzPts val="1100"/>
              <a:buFont typeface="Calibri"/>
              <a:buNone/>
            </a:pPr>
            <a:r>
              <a:rPr lang="en-US" sz="1100">
                <a:solidFill>
                  <a:schemeClr val="accent5"/>
                </a:solidFill>
                <a:latin typeface="Calibri"/>
                <a:ea typeface="Calibri"/>
                <a:cs typeface="Calibri"/>
                <a:sym typeface="Calibri"/>
              </a:rPr>
              <a:t>27/01/2027</a:t>
            </a:r>
            <a:endParaRPr sz="1100">
              <a:solidFill>
                <a:schemeClr val="dk1"/>
              </a:solidFill>
              <a:latin typeface="Calibri"/>
              <a:ea typeface="Calibri"/>
              <a:cs typeface="Calibri"/>
              <a:sym typeface="Calibri"/>
            </a:endParaRPr>
          </a:p>
        </p:txBody>
      </p:sp>
      <p:sp>
        <p:nvSpPr>
          <p:cNvPr id="465" name="Google Shape;465;p13"/>
          <p:cNvSpPr txBox="1"/>
          <p:nvPr/>
        </p:nvSpPr>
        <p:spPr>
          <a:xfrm>
            <a:off x="548640" y="4686300"/>
            <a:ext cx="2971800" cy="2331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Sprint 8 · HU7 y documentación</a:t>
            </a:r>
            <a:endParaRPr sz="1200">
              <a:solidFill>
                <a:schemeClr val="dk1"/>
              </a:solidFill>
              <a:latin typeface="Calibri"/>
              <a:ea typeface="Calibri"/>
              <a:cs typeface="Calibri"/>
              <a:sym typeface="Calibri"/>
            </a:endParaRPr>
          </a:p>
        </p:txBody>
      </p:sp>
      <p:sp>
        <p:nvSpPr>
          <p:cNvPr id="466" name="Google Shape;466;p13"/>
          <p:cNvSpPr/>
          <p:nvPr/>
        </p:nvSpPr>
        <p:spPr>
          <a:xfrm>
            <a:off x="8318360" y="4727448"/>
            <a:ext cx="736209" cy="150876"/>
          </a:xfrm>
          <a:prstGeom prst="rect">
            <a:avLst/>
          </a:prstGeom>
          <a:solidFill>
            <a:schemeClr val="accent2"/>
          </a:solidFill>
          <a:ln cap="flat" cmpd="sng" w="12700">
            <a:solidFill>
              <a:schemeClr val="accen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7" name="Google Shape;467;p13"/>
          <p:cNvSpPr txBox="1"/>
          <p:nvPr/>
        </p:nvSpPr>
        <p:spPr>
          <a:xfrm>
            <a:off x="11018520" y="4686300"/>
            <a:ext cx="621792" cy="23317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74 h</a:t>
            </a:r>
            <a:endParaRPr sz="1200">
              <a:solidFill>
                <a:schemeClr val="dk1"/>
              </a:solidFill>
              <a:latin typeface="Calibri"/>
              <a:ea typeface="Calibri"/>
              <a:cs typeface="Calibri"/>
              <a:sym typeface="Calibri"/>
            </a:endParaRPr>
          </a:p>
        </p:txBody>
      </p:sp>
      <p:sp>
        <p:nvSpPr>
          <p:cNvPr id="468" name="Google Shape;468;p13"/>
          <p:cNvSpPr txBox="1"/>
          <p:nvPr/>
        </p:nvSpPr>
        <p:spPr>
          <a:xfrm>
            <a:off x="548640" y="4919472"/>
            <a:ext cx="2971800" cy="2331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Sprint 9 · HU8</a:t>
            </a:r>
            <a:endParaRPr sz="1200">
              <a:solidFill>
                <a:schemeClr val="dk1"/>
              </a:solidFill>
              <a:latin typeface="Calibri"/>
              <a:ea typeface="Calibri"/>
              <a:cs typeface="Calibri"/>
              <a:sym typeface="Calibri"/>
            </a:endParaRPr>
          </a:p>
        </p:txBody>
      </p:sp>
      <p:sp>
        <p:nvSpPr>
          <p:cNvPr id="469" name="Google Shape;469;p13"/>
          <p:cNvSpPr/>
          <p:nvPr/>
        </p:nvSpPr>
        <p:spPr>
          <a:xfrm>
            <a:off x="9054570" y="4960620"/>
            <a:ext cx="184052" cy="150876"/>
          </a:xfrm>
          <a:prstGeom prst="rect">
            <a:avLst/>
          </a:prstGeom>
          <a:solidFill>
            <a:schemeClr val="accent2"/>
          </a:solidFill>
          <a:ln cap="flat" cmpd="sng" w="12700">
            <a:solidFill>
              <a:schemeClr val="accen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0" name="Google Shape;470;p13"/>
          <p:cNvSpPr txBox="1"/>
          <p:nvPr/>
        </p:nvSpPr>
        <p:spPr>
          <a:xfrm>
            <a:off x="11018520" y="4919472"/>
            <a:ext cx="621792" cy="23317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28 h</a:t>
            </a:r>
            <a:endParaRPr sz="1200">
              <a:solidFill>
                <a:schemeClr val="dk1"/>
              </a:solidFill>
              <a:latin typeface="Calibri"/>
              <a:ea typeface="Calibri"/>
              <a:cs typeface="Calibri"/>
              <a:sym typeface="Calibri"/>
            </a:endParaRPr>
          </a:p>
        </p:txBody>
      </p:sp>
      <p:sp>
        <p:nvSpPr>
          <p:cNvPr id="471" name="Google Shape;471;p13"/>
          <p:cNvSpPr txBox="1"/>
          <p:nvPr/>
        </p:nvSpPr>
        <p:spPr>
          <a:xfrm>
            <a:off x="685800" y="5152644"/>
            <a:ext cx="2971800" cy="2331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5"/>
              </a:buClr>
              <a:buSzPts val="1200"/>
              <a:buFont typeface="Calibri"/>
              <a:buNone/>
            </a:pPr>
            <a:r>
              <a:rPr i="1" lang="en-US" sz="1200">
                <a:solidFill>
                  <a:schemeClr val="accent5"/>
                </a:solidFill>
                <a:latin typeface="Calibri"/>
                <a:ea typeface="Calibri"/>
                <a:cs typeface="Calibri"/>
                <a:sym typeface="Calibri"/>
              </a:rPr>
              <a:t>Hito: fin de la etapa técnica</a:t>
            </a:r>
            <a:endParaRPr sz="1200">
              <a:solidFill>
                <a:schemeClr val="dk1"/>
              </a:solidFill>
              <a:latin typeface="Calibri"/>
              <a:ea typeface="Calibri"/>
              <a:cs typeface="Calibri"/>
              <a:sym typeface="Calibri"/>
            </a:endParaRPr>
          </a:p>
        </p:txBody>
      </p:sp>
      <p:sp>
        <p:nvSpPr>
          <p:cNvPr id="472" name="Google Shape;472;p13"/>
          <p:cNvSpPr/>
          <p:nvPr/>
        </p:nvSpPr>
        <p:spPr>
          <a:xfrm>
            <a:off x="9124891" y="5168646"/>
            <a:ext cx="201168" cy="201168"/>
          </a:xfrm>
          <a:prstGeom prst="diamond">
            <a:avLst/>
          </a:prstGeom>
          <a:solidFill>
            <a:schemeClr val="dk1"/>
          </a:solid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3" name="Google Shape;473;p13"/>
          <p:cNvSpPr txBox="1"/>
          <p:nvPr/>
        </p:nvSpPr>
        <p:spPr>
          <a:xfrm>
            <a:off x="10652760" y="5152644"/>
            <a:ext cx="987552" cy="23317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chemeClr val="accent5"/>
              </a:buClr>
              <a:buSzPts val="1100"/>
              <a:buFont typeface="Calibri"/>
              <a:buNone/>
            </a:pPr>
            <a:r>
              <a:rPr lang="en-US" sz="1100">
                <a:solidFill>
                  <a:schemeClr val="accent5"/>
                </a:solidFill>
                <a:latin typeface="Calibri"/>
                <a:ea typeface="Calibri"/>
                <a:cs typeface="Calibri"/>
                <a:sym typeface="Calibri"/>
              </a:rPr>
              <a:t>02/03/2027</a:t>
            </a:r>
            <a:endParaRPr sz="1100">
              <a:solidFill>
                <a:schemeClr val="dk1"/>
              </a:solidFill>
              <a:latin typeface="Calibri"/>
              <a:ea typeface="Calibri"/>
              <a:cs typeface="Calibri"/>
              <a:sym typeface="Calibri"/>
            </a:endParaRPr>
          </a:p>
        </p:txBody>
      </p:sp>
      <p:sp>
        <p:nvSpPr>
          <p:cNvPr id="474" name="Google Shape;474;p13"/>
          <p:cNvSpPr txBox="1"/>
          <p:nvPr/>
        </p:nvSpPr>
        <p:spPr>
          <a:xfrm>
            <a:off x="548640" y="5385816"/>
            <a:ext cx="2971800" cy="2331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Sprint 10 · Escritura</a:t>
            </a:r>
            <a:endParaRPr sz="1200">
              <a:solidFill>
                <a:schemeClr val="dk1"/>
              </a:solidFill>
              <a:latin typeface="Calibri"/>
              <a:ea typeface="Calibri"/>
              <a:cs typeface="Calibri"/>
              <a:sym typeface="Calibri"/>
            </a:endParaRPr>
          </a:p>
        </p:txBody>
      </p:sp>
      <p:sp>
        <p:nvSpPr>
          <p:cNvPr id="475" name="Google Shape;475;p13"/>
          <p:cNvSpPr/>
          <p:nvPr/>
        </p:nvSpPr>
        <p:spPr>
          <a:xfrm>
            <a:off x="9238622" y="5426964"/>
            <a:ext cx="920262" cy="150876"/>
          </a:xfrm>
          <a:prstGeom prst="rect">
            <a:avLst/>
          </a:prstGeom>
          <a:solidFill>
            <a:schemeClr val="accent1"/>
          </a:solidFill>
          <a:ln cap="flat" cmpd="sng" w="12700">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6" name="Google Shape;476;p13"/>
          <p:cNvSpPr txBox="1"/>
          <p:nvPr/>
        </p:nvSpPr>
        <p:spPr>
          <a:xfrm>
            <a:off x="11018520" y="5385816"/>
            <a:ext cx="621792" cy="23317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62 h</a:t>
            </a:r>
            <a:endParaRPr sz="1200">
              <a:solidFill>
                <a:schemeClr val="dk1"/>
              </a:solidFill>
              <a:latin typeface="Calibri"/>
              <a:ea typeface="Calibri"/>
              <a:cs typeface="Calibri"/>
              <a:sym typeface="Calibri"/>
            </a:endParaRPr>
          </a:p>
        </p:txBody>
      </p:sp>
      <p:sp>
        <p:nvSpPr>
          <p:cNvPr id="477" name="Google Shape;477;p13"/>
          <p:cNvSpPr txBox="1"/>
          <p:nvPr/>
        </p:nvSpPr>
        <p:spPr>
          <a:xfrm>
            <a:off x="548640" y="5618988"/>
            <a:ext cx="2971800" cy="2331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Sprint 11 · Escritura y defensa</a:t>
            </a:r>
            <a:endParaRPr sz="1200">
              <a:solidFill>
                <a:schemeClr val="dk1"/>
              </a:solidFill>
              <a:latin typeface="Calibri"/>
              <a:ea typeface="Calibri"/>
              <a:cs typeface="Calibri"/>
              <a:sym typeface="Calibri"/>
            </a:endParaRPr>
          </a:p>
        </p:txBody>
      </p:sp>
      <p:sp>
        <p:nvSpPr>
          <p:cNvPr id="478" name="Google Shape;478;p13"/>
          <p:cNvSpPr/>
          <p:nvPr/>
        </p:nvSpPr>
        <p:spPr>
          <a:xfrm>
            <a:off x="10158884" y="5660136"/>
            <a:ext cx="631036" cy="150876"/>
          </a:xfrm>
          <a:prstGeom prst="rect">
            <a:avLst/>
          </a:prstGeom>
          <a:solidFill>
            <a:schemeClr val="accent1"/>
          </a:solidFill>
          <a:ln cap="flat" cmpd="sng" w="12700">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9" name="Google Shape;479;p13"/>
          <p:cNvSpPr txBox="1"/>
          <p:nvPr/>
        </p:nvSpPr>
        <p:spPr>
          <a:xfrm>
            <a:off x="11018520" y="5618988"/>
            <a:ext cx="621792" cy="23317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42 h</a:t>
            </a:r>
            <a:endParaRPr sz="1200">
              <a:solidFill>
                <a:schemeClr val="dk1"/>
              </a:solidFill>
              <a:latin typeface="Calibri"/>
              <a:ea typeface="Calibri"/>
              <a:cs typeface="Calibri"/>
              <a:sym typeface="Calibri"/>
            </a:endParaRPr>
          </a:p>
        </p:txBody>
      </p:sp>
      <p:sp>
        <p:nvSpPr>
          <p:cNvPr id="480" name="Google Shape;480;p13"/>
          <p:cNvSpPr txBox="1"/>
          <p:nvPr/>
        </p:nvSpPr>
        <p:spPr>
          <a:xfrm>
            <a:off x="685800" y="5852160"/>
            <a:ext cx="2971800" cy="2331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5"/>
              </a:buClr>
              <a:buSzPts val="1200"/>
              <a:buFont typeface="Calibri"/>
              <a:buNone/>
            </a:pPr>
            <a:r>
              <a:rPr i="1" lang="en-US" sz="1200">
                <a:solidFill>
                  <a:schemeClr val="accent5"/>
                </a:solidFill>
                <a:latin typeface="Calibri"/>
                <a:ea typeface="Calibri"/>
                <a:cs typeface="Calibri"/>
                <a:sym typeface="Calibri"/>
              </a:rPr>
              <a:t>Hito: defensa pública</a:t>
            </a:r>
            <a:endParaRPr sz="1200">
              <a:solidFill>
                <a:schemeClr val="dk1"/>
              </a:solidFill>
              <a:latin typeface="Calibri"/>
              <a:ea typeface="Calibri"/>
              <a:cs typeface="Calibri"/>
              <a:sym typeface="Calibri"/>
            </a:endParaRPr>
          </a:p>
        </p:txBody>
      </p:sp>
      <p:sp>
        <p:nvSpPr>
          <p:cNvPr id="481" name="Google Shape;481;p13"/>
          <p:cNvSpPr/>
          <p:nvPr/>
        </p:nvSpPr>
        <p:spPr>
          <a:xfrm>
            <a:off x="10588752" y="5868162"/>
            <a:ext cx="201168" cy="201168"/>
          </a:xfrm>
          <a:prstGeom prst="diamond">
            <a:avLst/>
          </a:prstGeom>
          <a:solidFill>
            <a:schemeClr val="dk1"/>
          </a:solid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2" name="Google Shape;482;p13"/>
          <p:cNvSpPr txBox="1"/>
          <p:nvPr/>
        </p:nvSpPr>
        <p:spPr>
          <a:xfrm>
            <a:off x="10652760" y="5852160"/>
            <a:ext cx="987552" cy="23317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chemeClr val="accent5"/>
              </a:buClr>
              <a:buSzPts val="1100"/>
              <a:buFont typeface="Calibri"/>
              <a:buNone/>
            </a:pPr>
            <a:r>
              <a:rPr lang="en-US" sz="1100">
                <a:solidFill>
                  <a:schemeClr val="accent5"/>
                </a:solidFill>
                <a:latin typeface="Calibri"/>
                <a:ea typeface="Calibri"/>
                <a:cs typeface="Calibri"/>
                <a:sym typeface="Calibri"/>
              </a:rPr>
              <a:t>30/04/2027</a:t>
            </a:r>
            <a:endParaRPr sz="1100">
              <a:solidFill>
                <a:schemeClr val="dk1"/>
              </a:solidFill>
              <a:latin typeface="Calibri"/>
              <a:ea typeface="Calibri"/>
              <a:cs typeface="Calibri"/>
              <a:sym typeface="Calibri"/>
            </a:endParaRPr>
          </a:p>
        </p:txBody>
      </p:sp>
      <p:sp>
        <p:nvSpPr>
          <p:cNvPr id="483" name="Google Shape;483;p13"/>
          <p:cNvSpPr txBox="1"/>
          <p:nvPr>
            <p:ph idx="4294967295" type="sldNum"/>
          </p:nvPr>
        </p:nvSpPr>
        <p:spPr>
          <a:xfrm>
            <a:off x="11183112" y="6382512"/>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fld id="{00000000-1234-1234-1234-123412341234}" type="slidenum">
              <a:rPr b="0" lang="en-US" sz="1200">
                <a:solidFill>
                  <a:schemeClr val="accent5"/>
                </a:solidFill>
                <a:latin typeface="Calibri"/>
                <a:ea typeface="Calibri"/>
                <a:cs typeface="Calibri"/>
                <a:sym typeface="Calibri"/>
              </a:rPr>
              <a:t>‹#›</a:t>
            </a:fld>
            <a:endParaRPr sz="1200">
              <a:solidFill>
                <a:schemeClr val="accent5"/>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14"/>
          <p:cNvSpPr txBox="1"/>
          <p:nvPr>
            <p:ph type="title"/>
          </p:nvPr>
        </p:nvSpPr>
        <p:spPr>
          <a:xfrm>
            <a:off x="548640" y="384048"/>
            <a:ext cx="4049239" cy="73152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400"/>
              <a:buFont typeface="Cambria"/>
              <a:buNone/>
            </a:pPr>
            <a:r>
              <a:rPr b="1" lang="en-US" sz="3400">
                <a:solidFill>
                  <a:schemeClr val="dk1"/>
                </a:solidFill>
              </a:rPr>
              <a:t>Gestión de riesgos</a:t>
            </a:r>
            <a:endParaRPr sz="3400"/>
          </a:p>
        </p:txBody>
      </p:sp>
      <p:sp>
        <p:nvSpPr>
          <p:cNvPr id="490" name="Google Shape;490;p14"/>
          <p:cNvSpPr txBox="1"/>
          <p:nvPr>
            <p:ph idx="1" type="body"/>
          </p:nvPr>
        </p:nvSpPr>
        <p:spPr>
          <a:xfrm>
            <a:off x="548640" y="1097280"/>
            <a:ext cx="11091672" cy="384048"/>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accent5"/>
              </a:buClr>
              <a:buSzPts val="1800"/>
              <a:buNone/>
            </a:pPr>
            <a:r>
              <a:rPr lang="en-US" sz="1800">
                <a:solidFill>
                  <a:schemeClr val="accent5"/>
                </a:solidFill>
              </a:rPr>
              <a:t>Severidad (S) y ocurrencia (O) de 1 a 10 · se mitigan los riesgos con RPN = S × O mayor que 25</a:t>
            </a:r>
            <a:endParaRPr sz="1800"/>
          </a:p>
        </p:txBody>
      </p:sp>
      <p:graphicFrame>
        <p:nvGraphicFramePr>
          <p:cNvPr id="491" name="Google Shape;491;p14"/>
          <p:cNvGraphicFramePr/>
          <p:nvPr/>
        </p:nvGraphicFramePr>
        <p:xfrm>
          <a:off x="630936" y="1691640"/>
          <a:ext cx="3000000" cy="3000000"/>
        </p:xfrm>
        <a:graphic>
          <a:graphicData uri="http://schemas.openxmlformats.org/drawingml/2006/table">
            <a:tbl>
              <a:tblPr>
                <a:noFill/>
                <a:tableStyleId>{586FFFD7-C6B3-41AA-9B67-DD135AE8490F}</a:tableStyleId>
              </a:tblPr>
              <a:tblGrid>
                <a:gridCol w="502925"/>
                <a:gridCol w="3200400"/>
                <a:gridCol w="502925"/>
                <a:gridCol w="502925"/>
                <a:gridCol w="685800"/>
                <a:gridCol w="3840475"/>
                <a:gridCol w="502925"/>
                <a:gridCol w="502925"/>
                <a:gridCol w="685800"/>
              </a:tblGrid>
              <a:tr h="457200">
                <a:tc>
                  <a:txBody>
                    <a:bodyPr/>
                    <a:lstStyle/>
                    <a:p>
                      <a:pPr indent="0" lvl="0" marL="0" marR="0" rtl="0" algn="ctr">
                        <a:spcBef>
                          <a:spcPts val="0"/>
                        </a:spcBef>
                        <a:spcAft>
                          <a:spcPts val="0"/>
                        </a:spcAft>
                        <a:buClr>
                          <a:schemeClr val="lt1"/>
                        </a:buClr>
                        <a:buSzPts val="1400"/>
                        <a:buFont typeface="Calibri"/>
                        <a:buNone/>
                      </a:pPr>
                      <a:r>
                        <a:rPr b="1" lang="en-US" sz="1400" u="none" cap="none" strike="noStrike">
                          <a:solidFill>
                            <a:schemeClr val="lt1"/>
                          </a:solidFill>
                        </a:rPr>
                        <a:t>N.°</a:t>
                      </a:r>
                      <a:endParaRPr sz="1400" u="none" cap="none" strike="noStrike"/>
                    </a:p>
                  </a:txBody>
                  <a:tcPr marT="54875" marB="54875" marR="73150" marL="73150" anchor="ctr">
                    <a:lnL cap="flat" cmpd="sng" w="9525">
                      <a:solidFill>
                        <a:srgbClr val="EEF2F7"/>
                      </a:solidFill>
                      <a:prstDash val="solid"/>
                      <a:round/>
                      <a:headEnd len="sm" w="sm" type="none"/>
                      <a:tailEnd len="sm" w="sm" type="none"/>
                    </a:lnL>
                    <a:lnR cap="flat" cmpd="sng" w="9525">
                      <a:solidFill>
                        <a:srgbClr val="EEF2F7"/>
                      </a:solidFill>
                      <a:prstDash val="solid"/>
                      <a:round/>
                      <a:headEnd len="sm" w="sm" type="none"/>
                      <a:tailEnd len="sm" w="sm" type="none"/>
                    </a:lnR>
                    <a:lnT cap="flat" cmpd="sng" w="9525">
                      <a:solidFill>
                        <a:srgbClr val="EEF2F7"/>
                      </a:solidFill>
                      <a:prstDash val="solid"/>
                      <a:round/>
                      <a:headEnd len="sm" w="sm" type="none"/>
                      <a:tailEnd len="sm" w="sm" type="none"/>
                    </a:lnT>
                    <a:lnB cap="flat" cmpd="sng" w="9525">
                      <a:solidFill>
                        <a:srgbClr val="EEF2F7"/>
                      </a:solidFill>
                      <a:prstDash val="solid"/>
                      <a:round/>
                      <a:headEnd len="sm" w="sm" type="none"/>
                      <a:tailEnd len="sm" w="sm" type="none"/>
                    </a:lnB>
                    <a:solidFill>
                      <a:schemeClr val="dk1"/>
                    </a:solidFill>
                  </a:tcPr>
                </a:tc>
                <a:tc>
                  <a:txBody>
                    <a:bodyPr/>
                    <a:lstStyle/>
                    <a:p>
                      <a:pPr indent="0" lvl="0" marL="0" marR="0" rtl="0" algn="l">
                        <a:spcBef>
                          <a:spcPts val="0"/>
                        </a:spcBef>
                        <a:spcAft>
                          <a:spcPts val="0"/>
                        </a:spcAft>
                        <a:buClr>
                          <a:schemeClr val="lt1"/>
                        </a:buClr>
                        <a:buSzPts val="1400"/>
                        <a:buFont typeface="Calibri"/>
                        <a:buNone/>
                      </a:pPr>
                      <a:r>
                        <a:rPr b="1" lang="en-US" sz="1400" u="none" cap="none" strike="noStrike">
                          <a:solidFill>
                            <a:schemeClr val="lt1"/>
                          </a:solidFill>
                        </a:rPr>
                        <a:t>Riesgo</a:t>
                      </a:r>
                      <a:endParaRPr sz="1400" u="none" cap="none" strike="noStrike"/>
                    </a:p>
                  </a:txBody>
                  <a:tcPr marT="54875" marB="54875" marR="73150" marL="73150" anchor="ctr">
                    <a:lnL cap="flat" cmpd="sng" w="9525">
                      <a:solidFill>
                        <a:srgbClr val="EEF2F7"/>
                      </a:solidFill>
                      <a:prstDash val="solid"/>
                      <a:round/>
                      <a:headEnd len="sm" w="sm" type="none"/>
                      <a:tailEnd len="sm" w="sm" type="none"/>
                    </a:lnL>
                    <a:lnR cap="flat" cmpd="sng" w="9525">
                      <a:solidFill>
                        <a:srgbClr val="EEF2F7"/>
                      </a:solidFill>
                      <a:prstDash val="solid"/>
                      <a:round/>
                      <a:headEnd len="sm" w="sm" type="none"/>
                      <a:tailEnd len="sm" w="sm" type="none"/>
                    </a:lnR>
                    <a:lnT cap="flat" cmpd="sng" w="9525">
                      <a:solidFill>
                        <a:srgbClr val="EEF2F7"/>
                      </a:solidFill>
                      <a:prstDash val="solid"/>
                      <a:round/>
                      <a:headEnd len="sm" w="sm" type="none"/>
                      <a:tailEnd len="sm" w="sm" type="none"/>
                    </a:lnT>
                    <a:lnB cap="flat" cmpd="sng" w="9525">
                      <a:solidFill>
                        <a:srgbClr val="EEF2F7"/>
                      </a:solidFill>
                      <a:prstDash val="solid"/>
                      <a:round/>
                      <a:headEnd len="sm" w="sm" type="none"/>
                      <a:tailEnd len="sm" w="sm" type="none"/>
                    </a:lnB>
                    <a:solidFill>
                      <a:schemeClr val="dk1"/>
                    </a:solidFill>
                  </a:tcPr>
                </a:tc>
                <a:tc>
                  <a:txBody>
                    <a:bodyPr/>
                    <a:lstStyle/>
                    <a:p>
                      <a:pPr indent="0" lvl="0" marL="0" marR="0" rtl="0" algn="ctr">
                        <a:spcBef>
                          <a:spcPts val="0"/>
                        </a:spcBef>
                        <a:spcAft>
                          <a:spcPts val="0"/>
                        </a:spcAft>
                        <a:buClr>
                          <a:schemeClr val="lt1"/>
                        </a:buClr>
                        <a:buSzPts val="1400"/>
                        <a:buFont typeface="Calibri"/>
                        <a:buNone/>
                      </a:pPr>
                      <a:r>
                        <a:rPr b="1" lang="en-US" sz="1400" u="none" cap="none" strike="noStrike">
                          <a:solidFill>
                            <a:schemeClr val="lt1"/>
                          </a:solidFill>
                        </a:rPr>
                        <a:t>S</a:t>
                      </a:r>
                      <a:endParaRPr sz="1400" u="none" cap="none" strike="noStrike"/>
                    </a:p>
                  </a:txBody>
                  <a:tcPr marT="54875" marB="54875" marR="73150" marL="73150" anchor="ctr">
                    <a:lnL cap="flat" cmpd="sng" w="9525">
                      <a:solidFill>
                        <a:srgbClr val="EEF2F7"/>
                      </a:solidFill>
                      <a:prstDash val="solid"/>
                      <a:round/>
                      <a:headEnd len="sm" w="sm" type="none"/>
                      <a:tailEnd len="sm" w="sm" type="none"/>
                    </a:lnL>
                    <a:lnR cap="flat" cmpd="sng" w="9525">
                      <a:solidFill>
                        <a:srgbClr val="EEF2F7"/>
                      </a:solidFill>
                      <a:prstDash val="solid"/>
                      <a:round/>
                      <a:headEnd len="sm" w="sm" type="none"/>
                      <a:tailEnd len="sm" w="sm" type="none"/>
                    </a:lnR>
                    <a:lnT cap="flat" cmpd="sng" w="9525">
                      <a:solidFill>
                        <a:srgbClr val="EEF2F7"/>
                      </a:solidFill>
                      <a:prstDash val="solid"/>
                      <a:round/>
                      <a:headEnd len="sm" w="sm" type="none"/>
                      <a:tailEnd len="sm" w="sm" type="none"/>
                    </a:lnT>
                    <a:lnB cap="flat" cmpd="sng" w="9525">
                      <a:solidFill>
                        <a:srgbClr val="EEF2F7"/>
                      </a:solidFill>
                      <a:prstDash val="solid"/>
                      <a:round/>
                      <a:headEnd len="sm" w="sm" type="none"/>
                      <a:tailEnd len="sm" w="sm" type="none"/>
                    </a:lnB>
                    <a:solidFill>
                      <a:schemeClr val="dk1"/>
                    </a:solidFill>
                  </a:tcPr>
                </a:tc>
                <a:tc>
                  <a:txBody>
                    <a:bodyPr/>
                    <a:lstStyle/>
                    <a:p>
                      <a:pPr indent="0" lvl="0" marL="0" marR="0" rtl="0" algn="ctr">
                        <a:spcBef>
                          <a:spcPts val="0"/>
                        </a:spcBef>
                        <a:spcAft>
                          <a:spcPts val="0"/>
                        </a:spcAft>
                        <a:buClr>
                          <a:schemeClr val="lt1"/>
                        </a:buClr>
                        <a:buSzPts val="1400"/>
                        <a:buFont typeface="Calibri"/>
                        <a:buNone/>
                      </a:pPr>
                      <a:r>
                        <a:rPr b="1" lang="en-US" sz="1400" u="none" cap="none" strike="noStrike">
                          <a:solidFill>
                            <a:schemeClr val="lt1"/>
                          </a:solidFill>
                        </a:rPr>
                        <a:t>O</a:t>
                      </a:r>
                      <a:endParaRPr sz="1400" u="none" cap="none" strike="noStrike"/>
                    </a:p>
                  </a:txBody>
                  <a:tcPr marT="54875" marB="54875" marR="73150" marL="73150" anchor="ctr">
                    <a:lnL cap="flat" cmpd="sng" w="9525">
                      <a:solidFill>
                        <a:srgbClr val="EEF2F7"/>
                      </a:solidFill>
                      <a:prstDash val="solid"/>
                      <a:round/>
                      <a:headEnd len="sm" w="sm" type="none"/>
                      <a:tailEnd len="sm" w="sm" type="none"/>
                    </a:lnL>
                    <a:lnR cap="flat" cmpd="sng" w="9525">
                      <a:solidFill>
                        <a:srgbClr val="EEF2F7"/>
                      </a:solidFill>
                      <a:prstDash val="solid"/>
                      <a:round/>
                      <a:headEnd len="sm" w="sm" type="none"/>
                      <a:tailEnd len="sm" w="sm" type="none"/>
                    </a:lnR>
                    <a:lnT cap="flat" cmpd="sng" w="9525">
                      <a:solidFill>
                        <a:srgbClr val="EEF2F7"/>
                      </a:solidFill>
                      <a:prstDash val="solid"/>
                      <a:round/>
                      <a:headEnd len="sm" w="sm" type="none"/>
                      <a:tailEnd len="sm" w="sm" type="none"/>
                    </a:lnT>
                    <a:lnB cap="flat" cmpd="sng" w="9525">
                      <a:solidFill>
                        <a:srgbClr val="EEF2F7"/>
                      </a:solidFill>
                      <a:prstDash val="solid"/>
                      <a:round/>
                      <a:headEnd len="sm" w="sm" type="none"/>
                      <a:tailEnd len="sm" w="sm" type="none"/>
                    </a:lnB>
                    <a:solidFill>
                      <a:schemeClr val="dk1"/>
                    </a:solidFill>
                  </a:tcPr>
                </a:tc>
                <a:tc>
                  <a:txBody>
                    <a:bodyPr/>
                    <a:lstStyle/>
                    <a:p>
                      <a:pPr indent="0" lvl="0" marL="0" marR="0" rtl="0" algn="ctr">
                        <a:spcBef>
                          <a:spcPts val="0"/>
                        </a:spcBef>
                        <a:spcAft>
                          <a:spcPts val="0"/>
                        </a:spcAft>
                        <a:buClr>
                          <a:schemeClr val="lt1"/>
                        </a:buClr>
                        <a:buSzPts val="1400"/>
                        <a:buFont typeface="Calibri"/>
                        <a:buNone/>
                      </a:pPr>
                      <a:r>
                        <a:rPr b="1" lang="en-US" sz="1400" u="none" cap="none" strike="noStrike">
                          <a:solidFill>
                            <a:schemeClr val="lt1"/>
                          </a:solidFill>
                        </a:rPr>
                        <a:t>RPN</a:t>
                      </a:r>
                      <a:endParaRPr sz="1400" u="none" cap="none" strike="noStrike"/>
                    </a:p>
                  </a:txBody>
                  <a:tcPr marT="54875" marB="54875" marR="73150" marL="73150" anchor="ctr">
                    <a:lnL cap="flat" cmpd="sng" w="9525">
                      <a:solidFill>
                        <a:srgbClr val="EEF2F7"/>
                      </a:solidFill>
                      <a:prstDash val="solid"/>
                      <a:round/>
                      <a:headEnd len="sm" w="sm" type="none"/>
                      <a:tailEnd len="sm" w="sm" type="none"/>
                    </a:lnL>
                    <a:lnR cap="flat" cmpd="sng" w="9525">
                      <a:solidFill>
                        <a:srgbClr val="EEF2F7"/>
                      </a:solidFill>
                      <a:prstDash val="solid"/>
                      <a:round/>
                      <a:headEnd len="sm" w="sm" type="none"/>
                      <a:tailEnd len="sm" w="sm" type="none"/>
                    </a:lnR>
                    <a:lnT cap="flat" cmpd="sng" w="9525">
                      <a:solidFill>
                        <a:srgbClr val="EEF2F7"/>
                      </a:solidFill>
                      <a:prstDash val="solid"/>
                      <a:round/>
                      <a:headEnd len="sm" w="sm" type="none"/>
                      <a:tailEnd len="sm" w="sm" type="none"/>
                    </a:lnT>
                    <a:lnB cap="flat" cmpd="sng" w="9525">
                      <a:solidFill>
                        <a:srgbClr val="EEF2F7"/>
                      </a:solidFill>
                      <a:prstDash val="solid"/>
                      <a:round/>
                      <a:headEnd len="sm" w="sm" type="none"/>
                      <a:tailEnd len="sm" w="sm" type="none"/>
                    </a:lnB>
                    <a:solidFill>
                      <a:schemeClr val="dk1"/>
                    </a:solidFill>
                  </a:tcPr>
                </a:tc>
                <a:tc>
                  <a:txBody>
                    <a:bodyPr/>
                    <a:lstStyle/>
                    <a:p>
                      <a:pPr indent="0" lvl="0" marL="0" marR="0" rtl="0" algn="l">
                        <a:spcBef>
                          <a:spcPts val="0"/>
                        </a:spcBef>
                        <a:spcAft>
                          <a:spcPts val="0"/>
                        </a:spcAft>
                        <a:buClr>
                          <a:schemeClr val="lt1"/>
                        </a:buClr>
                        <a:buSzPts val="1400"/>
                        <a:buFont typeface="Calibri"/>
                        <a:buNone/>
                      </a:pPr>
                      <a:r>
                        <a:rPr b="1" lang="en-US" sz="1400" u="none" cap="none" strike="noStrike">
                          <a:solidFill>
                            <a:schemeClr val="lt1"/>
                          </a:solidFill>
                        </a:rPr>
                        <a:t>Mitigación</a:t>
                      </a:r>
                      <a:endParaRPr sz="1400" u="none" cap="none" strike="noStrike"/>
                    </a:p>
                  </a:txBody>
                  <a:tcPr marT="54875" marB="54875" marR="73150" marL="73150" anchor="ctr">
                    <a:lnL cap="flat" cmpd="sng" w="9525">
                      <a:solidFill>
                        <a:srgbClr val="EEF2F7"/>
                      </a:solidFill>
                      <a:prstDash val="solid"/>
                      <a:round/>
                      <a:headEnd len="sm" w="sm" type="none"/>
                      <a:tailEnd len="sm" w="sm" type="none"/>
                    </a:lnL>
                    <a:lnR cap="flat" cmpd="sng" w="9525">
                      <a:solidFill>
                        <a:srgbClr val="EEF2F7"/>
                      </a:solidFill>
                      <a:prstDash val="solid"/>
                      <a:round/>
                      <a:headEnd len="sm" w="sm" type="none"/>
                      <a:tailEnd len="sm" w="sm" type="none"/>
                    </a:lnR>
                    <a:lnT cap="flat" cmpd="sng" w="9525">
                      <a:solidFill>
                        <a:srgbClr val="EEF2F7"/>
                      </a:solidFill>
                      <a:prstDash val="solid"/>
                      <a:round/>
                      <a:headEnd len="sm" w="sm" type="none"/>
                      <a:tailEnd len="sm" w="sm" type="none"/>
                    </a:lnT>
                    <a:lnB cap="flat" cmpd="sng" w="9525">
                      <a:solidFill>
                        <a:srgbClr val="EEF2F7"/>
                      </a:solidFill>
                      <a:prstDash val="solid"/>
                      <a:round/>
                      <a:headEnd len="sm" w="sm" type="none"/>
                      <a:tailEnd len="sm" w="sm" type="none"/>
                    </a:lnB>
                    <a:solidFill>
                      <a:schemeClr val="dk1"/>
                    </a:solidFill>
                  </a:tcPr>
                </a:tc>
                <a:tc>
                  <a:txBody>
                    <a:bodyPr/>
                    <a:lstStyle/>
                    <a:p>
                      <a:pPr indent="0" lvl="0" marL="0" marR="0" rtl="0" algn="ctr">
                        <a:spcBef>
                          <a:spcPts val="0"/>
                        </a:spcBef>
                        <a:spcAft>
                          <a:spcPts val="0"/>
                        </a:spcAft>
                        <a:buClr>
                          <a:schemeClr val="lt1"/>
                        </a:buClr>
                        <a:buSzPts val="1400"/>
                        <a:buFont typeface="Calibri"/>
                        <a:buNone/>
                      </a:pPr>
                      <a:r>
                        <a:rPr b="1" lang="en-US" sz="1400" u="none" cap="none" strike="noStrike">
                          <a:solidFill>
                            <a:schemeClr val="lt1"/>
                          </a:solidFill>
                        </a:rPr>
                        <a:t>S*</a:t>
                      </a:r>
                      <a:endParaRPr sz="1400" u="none" cap="none" strike="noStrike"/>
                    </a:p>
                  </a:txBody>
                  <a:tcPr marT="54875" marB="54875" marR="73150" marL="73150" anchor="ctr">
                    <a:lnL cap="flat" cmpd="sng" w="9525">
                      <a:solidFill>
                        <a:srgbClr val="EEF2F7"/>
                      </a:solidFill>
                      <a:prstDash val="solid"/>
                      <a:round/>
                      <a:headEnd len="sm" w="sm" type="none"/>
                      <a:tailEnd len="sm" w="sm" type="none"/>
                    </a:lnL>
                    <a:lnR cap="flat" cmpd="sng" w="9525">
                      <a:solidFill>
                        <a:srgbClr val="EEF2F7"/>
                      </a:solidFill>
                      <a:prstDash val="solid"/>
                      <a:round/>
                      <a:headEnd len="sm" w="sm" type="none"/>
                      <a:tailEnd len="sm" w="sm" type="none"/>
                    </a:lnR>
                    <a:lnT cap="flat" cmpd="sng" w="9525">
                      <a:solidFill>
                        <a:srgbClr val="EEF2F7"/>
                      </a:solidFill>
                      <a:prstDash val="solid"/>
                      <a:round/>
                      <a:headEnd len="sm" w="sm" type="none"/>
                      <a:tailEnd len="sm" w="sm" type="none"/>
                    </a:lnT>
                    <a:lnB cap="flat" cmpd="sng" w="9525">
                      <a:solidFill>
                        <a:srgbClr val="EEF2F7"/>
                      </a:solidFill>
                      <a:prstDash val="solid"/>
                      <a:round/>
                      <a:headEnd len="sm" w="sm" type="none"/>
                      <a:tailEnd len="sm" w="sm" type="none"/>
                    </a:lnB>
                    <a:solidFill>
                      <a:schemeClr val="dk1"/>
                    </a:solidFill>
                  </a:tcPr>
                </a:tc>
                <a:tc>
                  <a:txBody>
                    <a:bodyPr/>
                    <a:lstStyle/>
                    <a:p>
                      <a:pPr indent="0" lvl="0" marL="0" marR="0" rtl="0" algn="ctr">
                        <a:spcBef>
                          <a:spcPts val="0"/>
                        </a:spcBef>
                        <a:spcAft>
                          <a:spcPts val="0"/>
                        </a:spcAft>
                        <a:buClr>
                          <a:schemeClr val="lt1"/>
                        </a:buClr>
                        <a:buSzPts val="1400"/>
                        <a:buFont typeface="Calibri"/>
                        <a:buNone/>
                      </a:pPr>
                      <a:r>
                        <a:rPr b="1" lang="en-US" sz="1400" u="none" cap="none" strike="noStrike">
                          <a:solidFill>
                            <a:schemeClr val="lt1"/>
                          </a:solidFill>
                        </a:rPr>
                        <a:t>O*</a:t>
                      </a:r>
                      <a:endParaRPr sz="1400" u="none" cap="none" strike="noStrike"/>
                    </a:p>
                  </a:txBody>
                  <a:tcPr marT="54875" marB="54875" marR="73150" marL="73150" anchor="ctr">
                    <a:lnL cap="flat" cmpd="sng" w="9525">
                      <a:solidFill>
                        <a:srgbClr val="EEF2F7"/>
                      </a:solidFill>
                      <a:prstDash val="solid"/>
                      <a:round/>
                      <a:headEnd len="sm" w="sm" type="none"/>
                      <a:tailEnd len="sm" w="sm" type="none"/>
                    </a:lnL>
                    <a:lnR cap="flat" cmpd="sng" w="9525">
                      <a:solidFill>
                        <a:srgbClr val="EEF2F7"/>
                      </a:solidFill>
                      <a:prstDash val="solid"/>
                      <a:round/>
                      <a:headEnd len="sm" w="sm" type="none"/>
                      <a:tailEnd len="sm" w="sm" type="none"/>
                    </a:lnR>
                    <a:lnT cap="flat" cmpd="sng" w="9525">
                      <a:solidFill>
                        <a:srgbClr val="EEF2F7"/>
                      </a:solidFill>
                      <a:prstDash val="solid"/>
                      <a:round/>
                      <a:headEnd len="sm" w="sm" type="none"/>
                      <a:tailEnd len="sm" w="sm" type="none"/>
                    </a:lnT>
                    <a:lnB cap="flat" cmpd="sng" w="9525">
                      <a:solidFill>
                        <a:srgbClr val="EEF2F7"/>
                      </a:solidFill>
                      <a:prstDash val="solid"/>
                      <a:round/>
                      <a:headEnd len="sm" w="sm" type="none"/>
                      <a:tailEnd len="sm" w="sm" type="none"/>
                    </a:lnB>
                    <a:solidFill>
                      <a:schemeClr val="dk1"/>
                    </a:solidFill>
                  </a:tcPr>
                </a:tc>
                <a:tc>
                  <a:txBody>
                    <a:bodyPr/>
                    <a:lstStyle/>
                    <a:p>
                      <a:pPr indent="0" lvl="0" marL="0" marR="0" rtl="0" algn="ctr">
                        <a:spcBef>
                          <a:spcPts val="0"/>
                        </a:spcBef>
                        <a:spcAft>
                          <a:spcPts val="0"/>
                        </a:spcAft>
                        <a:buClr>
                          <a:schemeClr val="lt1"/>
                        </a:buClr>
                        <a:buSzPts val="1400"/>
                        <a:buFont typeface="Calibri"/>
                        <a:buNone/>
                      </a:pPr>
                      <a:r>
                        <a:rPr b="1" lang="en-US" sz="1400" u="none" cap="none" strike="noStrike">
                          <a:solidFill>
                            <a:schemeClr val="lt1"/>
                          </a:solidFill>
                        </a:rPr>
                        <a:t>RPN*</a:t>
                      </a:r>
                      <a:endParaRPr sz="1400" u="none" cap="none" strike="noStrike"/>
                    </a:p>
                  </a:txBody>
                  <a:tcPr marT="54875" marB="54875" marR="73150" marL="73150" anchor="ctr">
                    <a:lnL cap="flat" cmpd="sng" w="9525">
                      <a:solidFill>
                        <a:srgbClr val="EEF2F7"/>
                      </a:solidFill>
                      <a:prstDash val="solid"/>
                      <a:round/>
                      <a:headEnd len="sm" w="sm" type="none"/>
                      <a:tailEnd len="sm" w="sm" type="none"/>
                    </a:lnL>
                    <a:lnR cap="flat" cmpd="sng" w="9525">
                      <a:solidFill>
                        <a:srgbClr val="EEF2F7"/>
                      </a:solidFill>
                      <a:prstDash val="solid"/>
                      <a:round/>
                      <a:headEnd len="sm" w="sm" type="none"/>
                      <a:tailEnd len="sm" w="sm" type="none"/>
                    </a:lnR>
                    <a:lnT cap="flat" cmpd="sng" w="9525">
                      <a:solidFill>
                        <a:srgbClr val="EEF2F7"/>
                      </a:solidFill>
                      <a:prstDash val="solid"/>
                      <a:round/>
                      <a:headEnd len="sm" w="sm" type="none"/>
                      <a:tailEnd len="sm" w="sm" type="none"/>
                    </a:lnT>
                    <a:lnB cap="flat" cmpd="sng" w="9525">
                      <a:solidFill>
                        <a:srgbClr val="EEF2F7"/>
                      </a:solidFill>
                      <a:prstDash val="solid"/>
                      <a:round/>
                      <a:headEnd len="sm" w="sm" type="none"/>
                      <a:tailEnd len="sm" w="sm" type="none"/>
                    </a:lnB>
                    <a:solidFill>
                      <a:schemeClr val="dk1"/>
                    </a:solidFill>
                  </a:tcPr>
                </a:tc>
              </a:tr>
              <a:tr h="457200">
                <a:tc>
                  <a:txBody>
                    <a:bodyPr/>
                    <a:lstStyle/>
                    <a:p>
                      <a:pPr indent="0" lvl="0" marL="0" marR="0" rtl="0" algn="ctr">
                        <a:spcBef>
                          <a:spcPts val="0"/>
                        </a:spcBef>
                        <a:spcAft>
                          <a:spcPts val="0"/>
                        </a:spcAft>
                        <a:buClr>
                          <a:schemeClr val="dk1"/>
                        </a:buClr>
                        <a:buSzPts val="1500"/>
                        <a:buFont typeface="Calibri"/>
                        <a:buNone/>
                      </a:pPr>
                      <a:r>
                        <a:rPr lang="en-US" sz="1500" u="none" cap="none" strike="noStrike">
                          <a:solidFill>
                            <a:schemeClr val="dk1"/>
                          </a:solidFill>
                        </a:rPr>
                        <a:t>1</a:t>
                      </a:r>
                      <a:endParaRPr sz="1500" u="none" cap="none" strike="noStrike"/>
                    </a:p>
                  </a:txBody>
                  <a:tcPr marT="54875" marB="54875" marR="73150" marL="73150" anchor="ctr">
                    <a:lnL cap="flat" cmpd="sng" w="9525">
                      <a:solidFill>
                        <a:srgbClr val="EEF2F7"/>
                      </a:solidFill>
                      <a:prstDash val="solid"/>
                      <a:round/>
                      <a:headEnd len="sm" w="sm" type="none"/>
                      <a:tailEnd len="sm" w="sm" type="none"/>
                    </a:lnL>
                    <a:lnR cap="flat" cmpd="sng" w="9525">
                      <a:solidFill>
                        <a:srgbClr val="EEF2F7"/>
                      </a:solidFill>
                      <a:prstDash val="solid"/>
                      <a:round/>
                      <a:headEnd len="sm" w="sm" type="none"/>
                      <a:tailEnd len="sm" w="sm" type="none"/>
                    </a:lnR>
                    <a:lnT cap="flat" cmpd="sng" w="9525">
                      <a:solidFill>
                        <a:srgbClr val="EEF2F7"/>
                      </a:solidFill>
                      <a:prstDash val="solid"/>
                      <a:round/>
                      <a:headEnd len="sm" w="sm" type="none"/>
                      <a:tailEnd len="sm" w="sm" type="none"/>
                    </a:lnT>
                    <a:lnB cap="flat" cmpd="sng" w="9525">
                      <a:solidFill>
                        <a:srgbClr val="EEF2F7"/>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chemeClr val="dk1"/>
                        </a:buClr>
                        <a:buSzPts val="1500"/>
                        <a:buFont typeface="Calibri"/>
                        <a:buNone/>
                      </a:pPr>
                      <a:r>
                        <a:rPr lang="en-US" sz="1500" u="none" cap="none" strike="noStrike">
                          <a:solidFill>
                            <a:schemeClr val="dk1"/>
                          </a:solidFill>
                        </a:rPr>
                        <a:t>Escasez de citas de las fichas</a:t>
                      </a:r>
                      <a:endParaRPr sz="1500" u="none" cap="none" strike="noStrike"/>
                    </a:p>
                  </a:txBody>
                  <a:tcPr marT="54875" marB="54875" marR="73150" marL="73150" anchor="ctr">
                    <a:lnL cap="flat" cmpd="sng" w="9525">
                      <a:solidFill>
                        <a:srgbClr val="EEF2F7"/>
                      </a:solidFill>
                      <a:prstDash val="solid"/>
                      <a:round/>
                      <a:headEnd len="sm" w="sm" type="none"/>
                      <a:tailEnd len="sm" w="sm" type="none"/>
                    </a:lnL>
                    <a:lnR cap="flat" cmpd="sng" w="9525">
                      <a:solidFill>
                        <a:srgbClr val="EEF2F7"/>
                      </a:solidFill>
                      <a:prstDash val="solid"/>
                      <a:round/>
                      <a:headEnd len="sm" w="sm" type="none"/>
                      <a:tailEnd len="sm" w="sm" type="none"/>
                    </a:lnR>
                    <a:lnT cap="flat" cmpd="sng" w="9525">
                      <a:solidFill>
                        <a:srgbClr val="EEF2F7"/>
                      </a:solidFill>
                      <a:prstDash val="solid"/>
                      <a:round/>
                      <a:headEnd len="sm" w="sm" type="none"/>
                      <a:tailEnd len="sm" w="sm" type="none"/>
                    </a:lnT>
                    <a:lnB cap="flat" cmpd="sng" w="9525">
                      <a:solidFill>
                        <a:srgbClr val="EEF2F7"/>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500"/>
                        <a:buFont typeface="Calibri"/>
                        <a:buNone/>
                      </a:pPr>
                      <a:r>
                        <a:rPr lang="en-US" sz="1500" u="none" cap="none" strike="noStrike">
                          <a:solidFill>
                            <a:schemeClr val="dk1"/>
                          </a:solidFill>
                        </a:rPr>
                        <a:t>9</a:t>
                      </a:r>
                      <a:endParaRPr sz="1500" u="none" cap="none" strike="noStrike"/>
                    </a:p>
                  </a:txBody>
                  <a:tcPr marT="54875" marB="54875" marR="73150" marL="73150" anchor="ctr">
                    <a:lnL cap="flat" cmpd="sng" w="9525">
                      <a:solidFill>
                        <a:srgbClr val="EEF2F7"/>
                      </a:solidFill>
                      <a:prstDash val="solid"/>
                      <a:round/>
                      <a:headEnd len="sm" w="sm" type="none"/>
                      <a:tailEnd len="sm" w="sm" type="none"/>
                    </a:lnL>
                    <a:lnR cap="flat" cmpd="sng" w="9525">
                      <a:solidFill>
                        <a:srgbClr val="EEF2F7"/>
                      </a:solidFill>
                      <a:prstDash val="solid"/>
                      <a:round/>
                      <a:headEnd len="sm" w="sm" type="none"/>
                      <a:tailEnd len="sm" w="sm" type="none"/>
                    </a:lnR>
                    <a:lnT cap="flat" cmpd="sng" w="9525">
                      <a:solidFill>
                        <a:srgbClr val="EEF2F7"/>
                      </a:solidFill>
                      <a:prstDash val="solid"/>
                      <a:round/>
                      <a:headEnd len="sm" w="sm" type="none"/>
                      <a:tailEnd len="sm" w="sm" type="none"/>
                    </a:lnT>
                    <a:lnB cap="flat" cmpd="sng" w="9525">
                      <a:solidFill>
                        <a:srgbClr val="EEF2F7"/>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500"/>
                        <a:buFont typeface="Calibri"/>
                        <a:buNone/>
                      </a:pPr>
                      <a:r>
                        <a:rPr lang="en-US" sz="1500" u="none" cap="none" strike="noStrike">
                          <a:solidFill>
                            <a:schemeClr val="dk1"/>
                          </a:solidFill>
                        </a:rPr>
                        <a:t>6</a:t>
                      </a:r>
                      <a:endParaRPr sz="1500" u="none" cap="none" strike="noStrike"/>
                    </a:p>
                  </a:txBody>
                  <a:tcPr marT="54875" marB="54875" marR="73150" marL="73150" anchor="ctr">
                    <a:lnL cap="flat" cmpd="sng" w="9525">
                      <a:solidFill>
                        <a:srgbClr val="EEF2F7"/>
                      </a:solidFill>
                      <a:prstDash val="solid"/>
                      <a:round/>
                      <a:headEnd len="sm" w="sm" type="none"/>
                      <a:tailEnd len="sm" w="sm" type="none"/>
                    </a:lnL>
                    <a:lnR cap="flat" cmpd="sng" w="9525">
                      <a:solidFill>
                        <a:srgbClr val="EEF2F7"/>
                      </a:solidFill>
                      <a:prstDash val="solid"/>
                      <a:round/>
                      <a:headEnd len="sm" w="sm" type="none"/>
                      <a:tailEnd len="sm" w="sm" type="none"/>
                    </a:lnR>
                    <a:lnT cap="flat" cmpd="sng" w="9525">
                      <a:solidFill>
                        <a:srgbClr val="EEF2F7"/>
                      </a:solidFill>
                      <a:prstDash val="solid"/>
                      <a:round/>
                      <a:headEnd len="sm" w="sm" type="none"/>
                      <a:tailEnd len="sm" w="sm" type="none"/>
                    </a:lnT>
                    <a:lnB cap="flat" cmpd="sng" w="9525">
                      <a:solidFill>
                        <a:srgbClr val="EEF2F7"/>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lt1"/>
                        </a:buClr>
                        <a:buSzPts val="1500"/>
                        <a:buFont typeface="Calibri"/>
                        <a:buNone/>
                      </a:pPr>
                      <a:r>
                        <a:rPr b="1" lang="en-US" sz="1500" u="none" cap="none" strike="noStrike">
                          <a:solidFill>
                            <a:schemeClr val="lt1"/>
                          </a:solidFill>
                        </a:rPr>
                        <a:t>54</a:t>
                      </a:r>
                      <a:endParaRPr sz="1500" u="none" cap="none" strike="noStrike"/>
                    </a:p>
                  </a:txBody>
                  <a:tcPr marT="54875" marB="54875" marR="73150" marL="73150" anchor="ctr">
                    <a:lnL cap="flat" cmpd="sng" w="9525">
                      <a:solidFill>
                        <a:srgbClr val="EEF2F7"/>
                      </a:solidFill>
                      <a:prstDash val="solid"/>
                      <a:round/>
                      <a:headEnd len="sm" w="sm" type="none"/>
                      <a:tailEnd len="sm" w="sm" type="none"/>
                    </a:lnL>
                    <a:lnR cap="flat" cmpd="sng" w="9525">
                      <a:solidFill>
                        <a:srgbClr val="EEF2F7"/>
                      </a:solidFill>
                      <a:prstDash val="solid"/>
                      <a:round/>
                      <a:headEnd len="sm" w="sm" type="none"/>
                      <a:tailEnd len="sm" w="sm" type="none"/>
                    </a:lnR>
                    <a:lnT cap="flat" cmpd="sng" w="9525">
                      <a:solidFill>
                        <a:srgbClr val="EEF2F7"/>
                      </a:solidFill>
                      <a:prstDash val="solid"/>
                      <a:round/>
                      <a:headEnd len="sm" w="sm" type="none"/>
                      <a:tailEnd len="sm" w="sm" type="none"/>
                    </a:lnT>
                    <a:lnB cap="flat" cmpd="sng" w="9525">
                      <a:solidFill>
                        <a:srgbClr val="EEF2F7"/>
                      </a:solidFill>
                      <a:prstDash val="solid"/>
                      <a:round/>
                      <a:headEnd len="sm" w="sm" type="none"/>
                      <a:tailEnd len="sm" w="sm" type="none"/>
                    </a:lnB>
                    <a:solidFill>
                      <a:schemeClr val="accent1"/>
                    </a:solidFill>
                  </a:tcPr>
                </a:tc>
                <a:tc>
                  <a:txBody>
                    <a:bodyPr/>
                    <a:lstStyle/>
                    <a:p>
                      <a:pPr indent="0" lvl="0" marL="0" marR="0" rtl="0" algn="l">
                        <a:spcBef>
                          <a:spcPts val="0"/>
                        </a:spcBef>
                        <a:spcAft>
                          <a:spcPts val="0"/>
                        </a:spcAft>
                        <a:buClr>
                          <a:schemeClr val="dk1"/>
                        </a:buClr>
                        <a:buSzPts val="1400"/>
                        <a:buFont typeface="Calibri"/>
                        <a:buNone/>
                      </a:pPr>
                      <a:r>
                        <a:rPr lang="en-US" sz="1400" u="none" cap="none" strike="noStrike">
                          <a:solidFill>
                            <a:schemeClr val="dk1"/>
                          </a:solidFill>
                        </a:rPr>
                        <a:t>Medición exploratoria en el </a:t>
                      </a:r>
                      <a:r>
                        <a:rPr i="1" lang="en-US" sz="1400" u="none" cap="none" strike="noStrike">
                          <a:solidFill>
                            <a:schemeClr val="dk1"/>
                          </a:solidFill>
                        </a:rPr>
                        <a:t>sprint</a:t>
                      </a:r>
                      <a:r>
                        <a:rPr lang="en-US" sz="1400" u="none" cap="none" strike="noStrike">
                          <a:solidFill>
                            <a:schemeClr val="dk1"/>
                          </a:solidFill>
                        </a:rPr>
                        <a:t> 1 y señal auxiliar de DataForSEO.</a:t>
                      </a:r>
                      <a:endParaRPr sz="1400" u="none" cap="none" strike="noStrike"/>
                    </a:p>
                  </a:txBody>
                  <a:tcPr marT="54875" marB="54875" marR="73150" marL="73150" anchor="ctr">
                    <a:lnL cap="flat" cmpd="sng" w="9525">
                      <a:solidFill>
                        <a:srgbClr val="EEF2F7"/>
                      </a:solidFill>
                      <a:prstDash val="solid"/>
                      <a:round/>
                      <a:headEnd len="sm" w="sm" type="none"/>
                      <a:tailEnd len="sm" w="sm" type="none"/>
                    </a:lnL>
                    <a:lnR cap="flat" cmpd="sng" w="9525">
                      <a:solidFill>
                        <a:srgbClr val="EEF2F7"/>
                      </a:solidFill>
                      <a:prstDash val="solid"/>
                      <a:round/>
                      <a:headEnd len="sm" w="sm" type="none"/>
                      <a:tailEnd len="sm" w="sm" type="none"/>
                    </a:lnR>
                    <a:lnT cap="flat" cmpd="sng" w="9525">
                      <a:solidFill>
                        <a:srgbClr val="EEF2F7"/>
                      </a:solidFill>
                      <a:prstDash val="solid"/>
                      <a:round/>
                      <a:headEnd len="sm" w="sm" type="none"/>
                      <a:tailEnd len="sm" w="sm" type="none"/>
                    </a:lnT>
                    <a:lnB cap="flat" cmpd="sng" w="9525">
                      <a:solidFill>
                        <a:srgbClr val="EEF2F7"/>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500"/>
                        <a:buFont typeface="Calibri"/>
                        <a:buNone/>
                      </a:pPr>
                      <a:r>
                        <a:rPr lang="en-US" sz="1500" u="none" cap="none" strike="noStrike">
                          <a:solidFill>
                            <a:schemeClr val="dk1"/>
                          </a:solidFill>
                        </a:rPr>
                        <a:t>6</a:t>
                      </a:r>
                      <a:endParaRPr sz="1500" u="none" cap="none" strike="noStrike"/>
                    </a:p>
                  </a:txBody>
                  <a:tcPr marT="54875" marB="54875" marR="73150" marL="73150" anchor="ctr">
                    <a:lnL cap="flat" cmpd="sng" w="9525">
                      <a:solidFill>
                        <a:srgbClr val="EEF2F7"/>
                      </a:solidFill>
                      <a:prstDash val="solid"/>
                      <a:round/>
                      <a:headEnd len="sm" w="sm" type="none"/>
                      <a:tailEnd len="sm" w="sm" type="none"/>
                    </a:lnL>
                    <a:lnR cap="flat" cmpd="sng" w="9525">
                      <a:solidFill>
                        <a:srgbClr val="EEF2F7"/>
                      </a:solidFill>
                      <a:prstDash val="solid"/>
                      <a:round/>
                      <a:headEnd len="sm" w="sm" type="none"/>
                      <a:tailEnd len="sm" w="sm" type="none"/>
                    </a:lnR>
                    <a:lnT cap="flat" cmpd="sng" w="9525">
                      <a:solidFill>
                        <a:srgbClr val="EEF2F7"/>
                      </a:solidFill>
                      <a:prstDash val="solid"/>
                      <a:round/>
                      <a:headEnd len="sm" w="sm" type="none"/>
                      <a:tailEnd len="sm" w="sm" type="none"/>
                    </a:lnT>
                    <a:lnB cap="flat" cmpd="sng" w="9525">
                      <a:solidFill>
                        <a:srgbClr val="EEF2F7"/>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500"/>
                        <a:buFont typeface="Calibri"/>
                        <a:buNone/>
                      </a:pPr>
                      <a:r>
                        <a:rPr lang="en-US" sz="1500" u="none" cap="none" strike="noStrike">
                          <a:solidFill>
                            <a:schemeClr val="dk1"/>
                          </a:solidFill>
                        </a:rPr>
                        <a:t>4</a:t>
                      </a:r>
                      <a:endParaRPr sz="1500" u="none" cap="none" strike="noStrike"/>
                    </a:p>
                  </a:txBody>
                  <a:tcPr marT="54875" marB="54875" marR="73150" marL="73150" anchor="ctr">
                    <a:lnL cap="flat" cmpd="sng" w="9525">
                      <a:solidFill>
                        <a:srgbClr val="EEF2F7"/>
                      </a:solidFill>
                      <a:prstDash val="solid"/>
                      <a:round/>
                      <a:headEnd len="sm" w="sm" type="none"/>
                      <a:tailEnd len="sm" w="sm" type="none"/>
                    </a:lnL>
                    <a:lnR cap="flat" cmpd="sng" w="9525">
                      <a:solidFill>
                        <a:srgbClr val="EEF2F7"/>
                      </a:solidFill>
                      <a:prstDash val="solid"/>
                      <a:round/>
                      <a:headEnd len="sm" w="sm" type="none"/>
                      <a:tailEnd len="sm" w="sm" type="none"/>
                    </a:lnR>
                    <a:lnT cap="flat" cmpd="sng" w="9525">
                      <a:solidFill>
                        <a:srgbClr val="EEF2F7"/>
                      </a:solidFill>
                      <a:prstDash val="solid"/>
                      <a:round/>
                      <a:headEnd len="sm" w="sm" type="none"/>
                      <a:tailEnd len="sm" w="sm" type="none"/>
                    </a:lnT>
                    <a:lnB cap="flat" cmpd="sng" w="9525">
                      <a:solidFill>
                        <a:srgbClr val="EEF2F7"/>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accent3"/>
                        </a:buClr>
                        <a:buSzPts val="1500"/>
                        <a:buFont typeface="Calibri"/>
                        <a:buNone/>
                      </a:pPr>
                      <a:r>
                        <a:rPr b="1" lang="en-US" sz="1500" u="none" cap="none" strike="noStrike">
                          <a:solidFill>
                            <a:schemeClr val="accent3"/>
                          </a:solidFill>
                        </a:rPr>
                        <a:t>24</a:t>
                      </a:r>
                      <a:endParaRPr sz="1500" u="none" cap="none" strike="noStrike"/>
                    </a:p>
                  </a:txBody>
                  <a:tcPr marT="54875" marB="54875" marR="73150" marL="73150" anchor="ctr">
                    <a:lnL cap="flat" cmpd="sng" w="9525">
                      <a:solidFill>
                        <a:srgbClr val="EEF2F7"/>
                      </a:solidFill>
                      <a:prstDash val="solid"/>
                      <a:round/>
                      <a:headEnd len="sm" w="sm" type="none"/>
                      <a:tailEnd len="sm" w="sm" type="none"/>
                    </a:lnL>
                    <a:lnR cap="flat" cmpd="sng" w="9525">
                      <a:solidFill>
                        <a:srgbClr val="EEF2F7"/>
                      </a:solidFill>
                      <a:prstDash val="solid"/>
                      <a:round/>
                      <a:headEnd len="sm" w="sm" type="none"/>
                      <a:tailEnd len="sm" w="sm" type="none"/>
                    </a:lnR>
                    <a:lnT cap="flat" cmpd="sng" w="9525">
                      <a:solidFill>
                        <a:srgbClr val="EEF2F7"/>
                      </a:solidFill>
                      <a:prstDash val="solid"/>
                      <a:round/>
                      <a:headEnd len="sm" w="sm" type="none"/>
                      <a:tailEnd len="sm" w="sm" type="none"/>
                    </a:lnT>
                    <a:lnB cap="flat" cmpd="sng" w="9525">
                      <a:solidFill>
                        <a:srgbClr val="EEF2F7"/>
                      </a:solidFill>
                      <a:prstDash val="solid"/>
                      <a:round/>
                      <a:headEnd len="sm" w="sm" type="none"/>
                      <a:tailEnd len="sm" w="sm" type="none"/>
                    </a:lnB>
                    <a:solidFill>
                      <a:schemeClr val="lt1"/>
                    </a:solidFill>
                  </a:tcPr>
                </a:tc>
              </a:tr>
              <a:tr h="457200">
                <a:tc>
                  <a:txBody>
                    <a:bodyPr/>
                    <a:lstStyle/>
                    <a:p>
                      <a:pPr indent="0" lvl="0" marL="0" marR="0" rtl="0" algn="ctr">
                        <a:spcBef>
                          <a:spcPts val="0"/>
                        </a:spcBef>
                        <a:spcAft>
                          <a:spcPts val="0"/>
                        </a:spcAft>
                        <a:buClr>
                          <a:schemeClr val="dk1"/>
                        </a:buClr>
                        <a:buSzPts val="1500"/>
                        <a:buFont typeface="Calibri"/>
                        <a:buNone/>
                      </a:pPr>
                      <a:r>
                        <a:rPr lang="en-US" sz="1500" u="none" cap="none" strike="noStrike">
                          <a:solidFill>
                            <a:schemeClr val="dk1"/>
                          </a:solidFill>
                        </a:rPr>
                        <a:t>2</a:t>
                      </a:r>
                      <a:endParaRPr sz="1500" u="none" cap="none" strike="noStrike"/>
                    </a:p>
                  </a:txBody>
                  <a:tcPr marT="54875" marB="54875" marR="73150" marL="73150" anchor="ctr">
                    <a:lnL cap="flat" cmpd="sng" w="9525">
                      <a:solidFill>
                        <a:srgbClr val="EEF2F7"/>
                      </a:solidFill>
                      <a:prstDash val="solid"/>
                      <a:round/>
                      <a:headEnd len="sm" w="sm" type="none"/>
                      <a:tailEnd len="sm" w="sm" type="none"/>
                    </a:lnL>
                    <a:lnR cap="flat" cmpd="sng" w="9525">
                      <a:solidFill>
                        <a:srgbClr val="EEF2F7"/>
                      </a:solidFill>
                      <a:prstDash val="solid"/>
                      <a:round/>
                      <a:headEnd len="sm" w="sm" type="none"/>
                      <a:tailEnd len="sm" w="sm" type="none"/>
                    </a:lnR>
                    <a:lnT cap="flat" cmpd="sng" w="9525">
                      <a:solidFill>
                        <a:srgbClr val="EEF2F7"/>
                      </a:solidFill>
                      <a:prstDash val="solid"/>
                      <a:round/>
                      <a:headEnd len="sm" w="sm" type="none"/>
                      <a:tailEnd len="sm" w="sm" type="none"/>
                    </a:lnT>
                    <a:lnB cap="flat" cmpd="sng" w="9525">
                      <a:solidFill>
                        <a:srgbClr val="EEF2F7"/>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Clr>
                          <a:schemeClr val="dk1"/>
                        </a:buClr>
                        <a:buSzPts val="1500"/>
                        <a:buFont typeface="Calibri"/>
                        <a:buNone/>
                      </a:pPr>
                      <a:r>
                        <a:rPr lang="en-US" sz="1500" u="none" cap="none" strike="noStrike">
                          <a:solidFill>
                            <a:schemeClr val="dk1"/>
                          </a:solidFill>
                        </a:rPr>
                        <a:t>Cambios en los motores o en sus API</a:t>
                      </a:r>
                      <a:endParaRPr sz="1500" u="none" cap="none" strike="noStrike"/>
                    </a:p>
                  </a:txBody>
                  <a:tcPr marT="54875" marB="54875" marR="73150" marL="73150" anchor="ctr">
                    <a:lnL cap="flat" cmpd="sng" w="9525">
                      <a:solidFill>
                        <a:srgbClr val="EEF2F7"/>
                      </a:solidFill>
                      <a:prstDash val="solid"/>
                      <a:round/>
                      <a:headEnd len="sm" w="sm" type="none"/>
                      <a:tailEnd len="sm" w="sm" type="none"/>
                    </a:lnL>
                    <a:lnR cap="flat" cmpd="sng" w="9525">
                      <a:solidFill>
                        <a:srgbClr val="EEF2F7"/>
                      </a:solidFill>
                      <a:prstDash val="solid"/>
                      <a:round/>
                      <a:headEnd len="sm" w="sm" type="none"/>
                      <a:tailEnd len="sm" w="sm" type="none"/>
                    </a:lnR>
                    <a:lnT cap="flat" cmpd="sng" w="9525">
                      <a:solidFill>
                        <a:srgbClr val="EEF2F7"/>
                      </a:solidFill>
                      <a:prstDash val="solid"/>
                      <a:round/>
                      <a:headEnd len="sm" w="sm" type="none"/>
                      <a:tailEnd len="sm" w="sm" type="none"/>
                    </a:lnT>
                    <a:lnB cap="flat" cmpd="sng" w="9525">
                      <a:solidFill>
                        <a:srgbClr val="EEF2F7"/>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Clr>
                          <a:schemeClr val="dk1"/>
                        </a:buClr>
                        <a:buSzPts val="1500"/>
                        <a:buFont typeface="Calibri"/>
                        <a:buNone/>
                      </a:pPr>
                      <a:r>
                        <a:rPr lang="en-US" sz="1500" u="none" cap="none" strike="noStrike">
                          <a:solidFill>
                            <a:schemeClr val="dk1"/>
                          </a:solidFill>
                        </a:rPr>
                        <a:t>8</a:t>
                      </a:r>
                      <a:endParaRPr sz="1500" u="none" cap="none" strike="noStrike"/>
                    </a:p>
                  </a:txBody>
                  <a:tcPr marT="54875" marB="54875" marR="73150" marL="73150" anchor="ctr">
                    <a:lnL cap="flat" cmpd="sng" w="9525">
                      <a:solidFill>
                        <a:srgbClr val="EEF2F7"/>
                      </a:solidFill>
                      <a:prstDash val="solid"/>
                      <a:round/>
                      <a:headEnd len="sm" w="sm" type="none"/>
                      <a:tailEnd len="sm" w="sm" type="none"/>
                    </a:lnL>
                    <a:lnR cap="flat" cmpd="sng" w="9525">
                      <a:solidFill>
                        <a:srgbClr val="EEF2F7"/>
                      </a:solidFill>
                      <a:prstDash val="solid"/>
                      <a:round/>
                      <a:headEnd len="sm" w="sm" type="none"/>
                      <a:tailEnd len="sm" w="sm" type="none"/>
                    </a:lnR>
                    <a:lnT cap="flat" cmpd="sng" w="9525">
                      <a:solidFill>
                        <a:srgbClr val="EEF2F7"/>
                      </a:solidFill>
                      <a:prstDash val="solid"/>
                      <a:round/>
                      <a:headEnd len="sm" w="sm" type="none"/>
                      <a:tailEnd len="sm" w="sm" type="none"/>
                    </a:lnT>
                    <a:lnB cap="flat" cmpd="sng" w="9525">
                      <a:solidFill>
                        <a:srgbClr val="EEF2F7"/>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Clr>
                          <a:schemeClr val="dk1"/>
                        </a:buClr>
                        <a:buSzPts val="1500"/>
                        <a:buFont typeface="Calibri"/>
                        <a:buNone/>
                      </a:pPr>
                      <a:r>
                        <a:rPr lang="en-US" sz="1500" u="none" cap="none" strike="noStrike">
                          <a:solidFill>
                            <a:schemeClr val="dk1"/>
                          </a:solidFill>
                        </a:rPr>
                        <a:t>6</a:t>
                      </a:r>
                      <a:endParaRPr sz="1500" u="none" cap="none" strike="noStrike"/>
                    </a:p>
                  </a:txBody>
                  <a:tcPr marT="54875" marB="54875" marR="73150" marL="73150" anchor="ctr">
                    <a:lnL cap="flat" cmpd="sng" w="9525">
                      <a:solidFill>
                        <a:srgbClr val="EEF2F7"/>
                      </a:solidFill>
                      <a:prstDash val="solid"/>
                      <a:round/>
                      <a:headEnd len="sm" w="sm" type="none"/>
                      <a:tailEnd len="sm" w="sm" type="none"/>
                    </a:lnL>
                    <a:lnR cap="flat" cmpd="sng" w="9525">
                      <a:solidFill>
                        <a:srgbClr val="EEF2F7"/>
                      </a:solidFill>
                      <a:prstDash val="solid"/>
                      <a:round/>
                      <a:headEnd len="sm" w="sm" type="none"/>
                      <a:tailEnd len="sm" w="sm" type="none"/>
                    </a:lnR>
                    <a:lnT cap="flat" cmpd="sng" w="9525">
                      <a:solidFill>
                        <a:srgbClr val="EEF2F7"/>
                      </a:solidFill>
                      <a:prstDash val="solid"/>
                      <a:round/>
                      <a:headEnd len="sm" w="sm" type="none"/>
                      <a:tailEnd len="sm" w="sm" type="none"/>
                    </a:lnT>
                    <a:lnB cap="flat" cmpd="sng" w="9525">
                      <a:solidFill>
                        <a:srgbClr val="EEF2F7"/>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Clr>
                          <a:schemeClr val="lt1"/>
                        </a:buClr>
                        <a:buSzPts val="1500"/>
                        <a:buFont typeface="Calibri"/>
                        <a:buNone/>
                      </a:pPr>
                      <a:r>
                        <a:rPr b="1" lang="en-US" sz="1500" u="none" cap="none" strike="noStrike">
                          <a:solidFill>
                            <a:schemeClr val="lt1"/>
                          </a:solidFill>
                        </a:rPr>
                        <a:t>48</a:t>
                      </a:r>
                      <a:endParaRPr sz="1500" u="none" cap="none" strike="noStrike"/>
                    </a:p>
                  </a:txBody>
                  <a:tcPr marT="54875" marB="54875" marR="73150" marL="73150" anchor="ctr">
                    <a:lnL cap="flat" cmpd="sng" w="9525">
                      <a:solidFill>
                        <a:srgbClr val="EEF2F7"/>
                      </a:solidFill>
                      <a:prstDash val="solid"/>
                      <a:round/>
                      <a:headEnd len="sm" w="sm" type="none"/>
                      <a:tailEnd len="sm" w="sm" type="none"/>
                    </a:lnL>
                    <a:lnR cap="flat" cmpd="sng" w="9525">
                      <a:solidFill>
                        <a:srgbClr val="EEF2F7"/>
                      </a:solidFill>
                      <a:prstDash val="solid"/>
                      <a:round/>
                      <a:headEnd len="sm" w="sm" type="none"/>
                      <a:tailEnd len="sm" w="sm" type="none"/>
                    </a:lnR>
                    <a:lnT cap="flat" cmpd="sng" w="9525">
                      <a:solidFill>
                        <a:srgbClr val="EEF2F7"/>
                      </a:solidFill>
                      <a:prstDash val="solid"/>
                      <a:round/>
                      <a:headEnd len="sm" w="sm" type="none"/>
                      <a:tailEnd len="sm" w="sm" type="none"/>
                    </a:lnT>
                    <a:lnB cap="flat" cmpd="sng" w="9525">
                      <a:solidFill>
                        <a:srgbClr val="EEF2F7"/>
                      </a:solidFill>
                      <a:prstDash val="solid"/>
                      <a:round/>
                      <a:headEnd len="sm" w="sm" type="none"/>
                      <a:tailEnd len="sm" w="sm" type="none"/>
                    </a:lnB>
                    <a:solidFill>
                      <a:schemeClr val="accent1"/>
                    </a:solidFill>
                  </a:tcPr>
                </a:tc>
                <a:tc>
                  <a:txBody>
                    <a:bodyPr/>
                    <a:lstStyle/>
                    <a:p>
                      <a:pPr indent="0" lvl="0" marL="0" marR="0" rtl="0" algn="l">
                        <a:spcBef>
                          <a:spcPts val="0"/>
                        </a:spcBef>
                        <a:spcAft>
                          <a:spcPts val="0"/>
                        </a:spcAft>
                        <a:buClr>
                          <a:schemeClr val="dk1"/>
                        </a:buClr>
                        <a:buSzPts val="1400"/>
                        <a:buFont typeface="Calibri"/>
                        <a:buNone/>
                      </a:pPr>
                      <a:r>
                        <a:rPr lang="en-US" sz="1400" u="none" cap="none" strike="noStrike">
                          <a:solidFill>
                            <a:schemeClr val="dk1"/>
                          </a:solidFill>
                        </a:rPr>
                        <a:t>Versión fija del modelo, un módulo por motor y grupo de control.</a:t>
                      </a:r>
                      <a:endParaRPr sz="1400" u="none" cap="none" strike="noStrike"/>
                    </a:p>
                  </a:txBody>
                  <a:tcPr marT="54875" marB="54875" marR="73150" marL="73150" anchor="ctr">
                    <a:lnL cap="flat" cmpd="sng" w="9525">
                      <a:solidFill>
                        <a:srgbClr val="EEF2F7"/>
                      </a:solidFill>
                      <a:prstDash val="solid"/>
                      <a:round/>
                      <a:headEnd len="sm" w="sm" type="none"/>
                      <a:tailEnd len="sm" w="sm" type="none"/>
                    </a:lnL>
                    <a:lnR cap="flat" cmpd="sng" w="9525">
                      <a:solidFill>
                        <a:srgbClr val="EEF2F7"/>
                      </a:solidFill>
                      <a:prstDash val="solid"/>
                      <a:round/>
                      <a:headEnd len="sm" w="sm" type="none"/>
                      <a:tailEnd len="sm" w="sm" type="none"/>
                    </a:lnR>
                    <a:lnT cap="flat" cmpd="sng" w="9525">
                      <a:solidFill>
                        <a:srgbClr val="EEF2F7"/>
                      </a:solidFill>
                      <a:prstDash val="solid"/>
                      <a:round/>
                      <a:headEnd len="sm" w="sm" type="none"/>
                      <a:tailEnd len="sm" w="sm" type="none"/>
                    </a:lnT>
                    <a:lnB cap="flat" cmpd="sng" w="9525">
                      <a:solidFill>
                        <a:srgbClr val="EEF2F7"/>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Clr>
                          <a:schemeClr val="dk1"/>
                        </a:buClr>
                        <a:buSzPts val="1500"/>
                        <a:buFont typeface="Calibri"/>
                        <a:buNone/>
                      </a:pPr>
                      <a:r>
                        <a:rPr lang="en-US" sz="1500" u="none" cap="none" strike="noStrike">
                          <a:solidFill>
                            <a:schemeClr val="dk1"/>
                          </a:solidFill>
                        </a:rPr>
                        <a:t>5</a:t>
                      </a:r>
                      <a:endParaRPr sz="1500" u="none" cap="none" strike="noStrike"/>
                    </a:p>
                  </a:txBody>
                  <a:tcPr marT="54875" marB="54875" marR="73150" marL="73150" anchor="ctr">
                    <a:lnL cap="flat" cmpd="sng" w="9525">
                      <a:solidFill>
                        <a:srgbClr val="EEF2F7"/>
                      </a:solidFill>
                      <a:prstDash val="solid"/>
                      <a:round/>
                      <a:headEnd len="sm" w="sm" type="none"/>
                      <a:tailEnd len="sm" w="sm" type="none"/>
                    </a:lnL>
                    <a:lnR cap="flat" cmpd="sng" w="9525">
                      <a:solidFill>
                        <a:srgbClr val="EEF2F7"/>
                      </a:solidFill>
                      <a:prstDash val="solid"/>
                      <a:round/>
                      <a:headEnd len="sm" w="sm" type="none"/>
                      <a:tailEnd len="sm" w="sm" type="none"/>
                    </a:lnR>
                    <a:lnT cap="flat" cmpd="sng" w="9525">
                      <a:solidFill>
                        <a:srgbClr val="EEF2F7"/>
                      </a:solidFill>
                      <a:prstDash val="solid"/>
                      <a:round/>
                      <a:headEnd len="sm" w="sm" type="none"/>
                      <a:tailEnd len="sm" w="sm" type="none"/>
                    </a:lnT>
                    <a:lnB cap="flat" cmpd="sng" w="9525">
                      <a:solidFill>
                        <a:srgbClr val="EEF2F7"/>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Clr>
                          <a:schemeClr val="dk1"/>
                        </a:buClr>
                        <a:buSzPts val="1500"/>
                        <a:buFont typeface="Calibri"/>
                        <a:buNone/>
                      </a:pPr>
                      <a:r>
                        <a:rPr lang="en-US" sz="1500" u="none" cap="none" strike="noStrike">
                          <a:solidFill>
                            <a:schemeClr val="dk1"/>
                          </a:solidFill>
                        </a:rPr>
                        <a:t>4</a:t>
                      </a:r>
                      <a:endParaRPr sz="1500" u="none" cap="none" strike="noStrike"/>
                    </a:p>
                  </a:txBody>
                  <a:tcPr marT="54875" marB="54875" marR="73150" marL="73150" anchor="ctr">
                    <a:lnL cap="flat" cmpd="sng" w="9525">
                      <a:solidFill>
                        <a:srgbClr val="EEF2F7"/>
                      </a:solidFill>
                      <a:prstDash val="solid"/>
                      <a:round/>
                      <a:headEnd len="sm" w="sm" type="none"/>
                      <a:tailEnd len="sm" w="sm" type="none"/>
                    </a:lnL>
                    <a:lnR cap="flat" cmpd="sng" w="9525">
                      <a:solidFill>
                        <a:srgbClr val="EEF2F7"/>
                      </a:solidFill>
                      <a:prstDash val="solid"/>
                      <a:round/>
                      <a:headEnd len="sm" w="sm" type="none"/>
                      <a:tailEnd len="sm" w="sm" type="none"/>
                    </a:lnR>
                    <a:lnT cap="flat" cmpd="sng" w="9525">
                      <a:solidFill>
                        <a:srgbClr val="EEF2F7"/>
                      </a:solidFill>
                      <a:prstDash val="solid"/>
                      <a:round/>
                      <a:headEnd len="sm" w="sm" type="none"/>
                      <a:tailEnd len="sm" w="sm" type="none"/>
                    </a:lnT>
                    <a:lnB cap="flat" cmpd="sng" w="9525">
                      <a:solidFill>
                        <a:srgbClr val="EEF2F7"/>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Clr>
                          <a:schemeClr val="accent3"/>
                        </a:buClr>
                        <a:buSzPts val="1500"/>
                        <a:buFont typeface="Calibri"/>
                        <a:buNone/>
                      </a:pPr>
                      <a:r>
                        <a:rPr b="1" lang="en-US" sz="1500" u="none" cap="none" strike="noStrike">
                          <a:solidFill>
                            <a:schemeClr val="accent3"/>
                          </a:solidFill>
                        </a:rPr>
                        <a:t>20</a:t>
                      </a:r>
                      <a:endParaRPr sz="1500" u="none" cap="none" strike="noStrike"/>
                    </a:p>
                  </a:txBody>
                  <a:tcPr marT="54875" marB="54875" marR="73150" marL="73150" anchor="ctr">
                    <a:lnL cap="flat" cmpd="sng" w="9525">
                      <a:solidFill>
                        <a:srgbClr val="EEF2F7"/>
                      </a:solidFill>
                      <a:prstDash val="solid"/>
                      <a:round/>
                      <a:headEnd len="sm" w="sm" type="none"/>
                      <a:tailEnd len="sm" w="sm" type="none"/>
                    </a:lnL>
                    <a:lnR cap="flat" cmpd="sng" w="9525">
                      <a:solidFill>
                        <a:srgbClr val="EEF2F7"/>
                      </a:solidFill>
                      <a:prstDash val="solid"/>
                      <a:round/>
                      <a:headEnd len="sm" w="sm" type="none"/>
                      <a:tailEnd len="sm" w="sm" type="none"/>
                    </a:lnR>
                    <a:lnT cap="flat" cmpd="sng" w="9525">
                      <a:solidFill>
                        <a:srgbClr val="EEF2F7"/>
                      </a:solidFill>
                      <a:prstDash val="solid"/>
                      <a:round/>
                      <a:headEnd len="sm" w="sm" type="none"/>
                      <a:tailEnd len="sm" w="sm" type="none"/>
                    </a:lnT>
                    <a:lnB cap="flat" cmpd="sng" w="9525">
                      <a:solidFill>
                        <a:srgbClr val="EEF2F7"/>
                      </a:solidFill>
                      <a:prstDash val="solid"/>
                      <a:round/>
                      <a:headEnd len="sm" w="sm" type="none"/>
                      <a:tailEnd len="sm" w="sm" type="none"/>
                    </a:lnB>
                    <a:solidFill>
                      <a:schemeClr val="lt2"/>
                    </a:solidFill>
                  </a:tcPr>
                </a:tc>
              </a:tr>
              <a:tr h="457200">
                <a:tc>
                  <a:txBody>
                    <a:bodyPr/>
                    <a:lstStyle/>
                    <a:p>
                      <a:pPr indent="0" lvl="0" marL="0" marR="0" rtl="0" algn="ctr">
                        <a:spcBef>
                          <a:spcPts val="0"/>
                        </a:spcBef>
                        <a:spcAft>
                          <a:spcPts val="0"/>
                        </a:spcAft>
                        <a:buClr>
                          <a:schemeClr val="dk1"/>
                        </a:buClr>
                        <a:buSzPts val="1500"/>
                        <a:buFont typeface="Calibri"/>
                        <a:buNone/>
                      </a:pPr>
                      <a:r>
                        <a:rPr lang="en-US" sz="1500" u="none" cap="none" strike="noStrike">
                          <a:solidFill>
                            <a:schemeClr val="dk1"/>
                          </a:solidFill>
                        </a:rPr>
                        <a:t>3</a:t>
                      </a:r>
                      <a:endParaRPr sz="1500" u="none" cap="none" strike="noStrike"/>
                    </a:p>
                  </a:txBody>
                  <a:tcPr marT="54875" marB="54875" marR="73150" marL="73150" anchor="ctr">
                    <a:lnL cap="flat" cmpd="sng" w="9525">
                      <a:solidFill>
                        <a:srgbClr val="EEF2F7"/>
                      </a:solidFill>
                      <a:prstDash val="solid"/>
                      <a:round/>
                      <a:headEnd len="sm" w="sm" type="none"/>
                      <a:tailEnd len="sm" w="sm" type="none"/>
                    </a:lnL>
                    <a:lnR cap="flat" cmpd="sng" w="9525">
                      <a:solidFill>
                        <a:srgbClr val="EEF2F7"/>
                      </a:solidFill>
                      <a:prstDash val="solid"/>
                      <a:round/>
                      <a:headEnd len="sm" w="sm" type="none"/>
                      <a:tailEnd len="sm" w="sm" type="none"/>
                    </a:lnR>
                    <a:lnT cap="flat" cmpd="sng" w="9525">
                      <a:solidFill>
                        <a:srgbClr val="EEF2F7"/>
                      </a:solidFill>
                      <a:prstDash val="solid"/>
                      <a:round/>
                      <a:headEnd len="sm" w="sm" type="none"/>
                      <a:tailEnd len="sm" w="sm" type="none"/>
                    </a:lnT>
                    <a:lnB cap="flat" cmpd="sng" w="9525">
                      <a:solidFill>
                        <a:srgbClr val="EEF2F7"/>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chemeClr val="dk1"/>
                        </a:buClr>
                        <a:buSzPts val="1500"/>
                        <a:buFont typeface="Calibri"/>
                        <a:buNone/>
                      </a:pPr>
                      <a:r>
                        <a:rPr lang="en-US" sz="1500" u="none" cap="none" strike="noStrike">
                          <a:solidFill>
                            <a:schemeClr val="dk1"/>
                          </a:solidFill>
                        </a:rPr>
                        <a:t>Costo de las API superior al previsto</a:t>
                      </a:r>
                      <a:endParaRPr sz="1500" u="none" cap="none" strike="noStrike"/>
                    </a:p>
                  </a:txBody>
                  <a:tcPr marT="54875" marB="54875" marR="73150" marL="73150" anchor="ctr">
                    <a:lnL cap="flat" cmpd="sng" w="9525">
                      <a:solidFill>
                        <a:srgbClr val="EEF2F7"/>
                      </a:solidFill>
                      <a:prstDash val="solid"/>
                      <a:round/>
                      <a:headEnd len="sm" w="sm" type="none"/>
                      <a:tailEnd len="sm" w="sm" type="none"/>
                    </a:lnL>
                    <a:lnR cap="flat" cmpd="sng" w="9525">
                      <a:solidFill>
                        <a:srgbClr val="EEF2F7"/>
                      </a:solidFill>
                      <a:prstDash val="solid"/>
                      <a:round/>
                      <a:headEnd len="sm" w="sm" type="none"/>
                      <a:tailEnd len="sm" w="sm" type="none"/>
                    </a:lnR>
                    <a:lnT cap="flat" cmpd="sng" w="9525">
                      <a:solidFill>
                        <a:srgbClr val="EEF2F7"/>
                      </a:solidFill>
                      <a:prstDash val="solid"/>
                      <a:round/>
                      <a:headEnd len="sm" w="sm" type="none"/>
                      <a:tailEnd len="sm" w="sm" type="none"/>
                    </a:lnT>
                    <a:lnB cap="flat" cmpd="sng" w="9525">
                      <a:solidFill>
                        <a:srgbClr val="EEF2F7"/>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500"/>
                        <a:buFont typeface="Calibri"/>
                        <a:buNone/>
                      </a:pPr>
                      <a:r>
                        <a:rPr lang="en-US" sz="1500" u="none" cap="none" strike="noStrike">
                          <a:solidFill>
                            <a:schemeClr val="dk1"/>
                          </a:solidFill>
                        </a:rPr>
                        <a:t>6</a:t>
                      </a:r>
                      <a:endParaRPr sz="1500" u="none" cap="none" strike="noStrike"/>
                    </a:p>
                  </a:txBody>
                  <a:tcPr marT="54875" marB="54875" marR="73150" marL="73150" anchor="ctr">
                    <a:lnL cap="flat" cmpd="sng" w="9525">
                      <a:solidFill>
                        <a:srgbClr val="EEF2F7"/>
                      </a:solidFill>
                      <a:prstDash val="solid"/>
                      <a:round/>
                      <a:headEnd len="sm" w="sm" type="none"/>
                      <a:tailEnd len="sm" w="sm" type="none"/>
                    </a:lnL>
                    <a:lnR cap="flat" cmpd="sng" w="9525">
                      <a:solidFill>
                        <a:srgbClr val="EEF2F7"/>
                      </a:solidFill>
                      <a:prstDash val="solid"/>
                      <a:round/>
                      <a:headEnd len="sm" w="sm" type="none"/>
                      <a:tailEnd len="sm" w="sm" type="none"/>
                    </a:lnR>
                    <a:lnT cap="flat" cmpd="sng" w="9525">
                      <a:solidFill>
                        <a:srgbClr val="EEF2F7"/>
                      </a:solidFill>
                      <a:prstDash val="solid"/>
                      <a:round/>
                      <a:headEnd len="sm" w="sm" type="none"/>
                      <a:tailEnd len="sm" w="sm" type="none"/>
                    </a:lnT>
                    <a:lnB cap="flat" cmpd="sng" w="9525">
                      <a:solidFill>
                        <a:srgbClr val="EEF2F7"/>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500"/>
                        <a:buFont typeface="Calibri"/>
                        <a:buNone/>
                      </a:pPr>
                      <a:r>
                        <a:rPr lang="en-US" sz="1500" u="none" cap="none" strike="noStrike">
                          <a:solidFill>
                            <a:schemeClr val="dk1"/>
                          </a:solidFill>
                        </a:rPr>
                        <a:t>5</a:t>
                      </a:r>
                      <a:endParaRPr sz="1500" u="none" cap="none" strike="noStrike"/>
                    </a:p>
                  </a:txBody>
                  <a:tcPr marT="54875" marB="54875" marR="73150" marL="73150" anchor="ctr">
                    <a:lnL cap="flat" cmpd="sng" w="9525">
                      <a:solidFill>
                        <a:srgbClr val="EEF2F7"/>
                      </a:solidFill>
                      <a:prstDash val="solid"/>
                      <a:round/>
                      <a:headEnd len="sm" w="sm" type="none"/>
                      <a:tailEnd len="sm" w="sm" type="none"/>
                    </a:lnL>
                    <a:lnR cap="flat" cmpd="sng" w="9525">
                      <a:solidFill>
                        <a:srgbClr val="EEF2F7"/>
                      </a:solidFill>
                      <a:prstDash val="solid"/>
                      <a:round/>
                      <a:headEnd len="sm" w="sm" type="none"/>
                      <a:tailEnd len="sm" w="sm" type="none"/>
                    </a:lnR>
                    <a:lnT cap="flat" cmpd="sng" w="9525">
                      <a:solidFill>
                        <a:srgbClr val="EEF2F7"/>
                      </a:solidFill>
                      <a:prstDash val="solid"/>
                      <a:round/>
                      <a:headEnd len="sm" w="sm" type="none"/>
                      <a:tailEnd len="sm" w="sm" type="none"/>
                    </a:lnT>
                    <a:lnB cap="flat" cmpd="sng" w="9525">
                      <a:solidFill>
                        <a:srgbClr val="EEF2F7"/>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lt1"/>
                        </a:buClr>
                        <a:buSzPts val="1500"/>
                        <a:buFont typeface="Calibri"/>
                        <a:buNone/>
                      </a:pPr>
                      <a:r>
                        <a:rPr b="1" lang="en-US" sz="1500" u="none" cap="none" strike="noStrike">
                          <a:solidFill>
                            <a:schemeClr val="lt1"/>
                          </a:solidFill>
                        </a:rPr>
                        <a:t>30</a:t>
                      </a:r>
                      <a:endParaRPr sz="1500" u="none" cap="none" strike="noStrike"/>
                    </a:p>
                  </a:txBody>
                  <a:tcPr marT="54875" marB="54875" marR="73150" marL="73150" anchor="ctr">
                    <a:lnL cap="flat" cmpd="sng" w="9525">
                      <a:solidFill>
                        <a:srgbClr val="EEF2F7"/>
                      </a:solidFill>
                      <a:prstDash val="solid"/>
                      <a:round/>
                      <a:headEnd len="sm" w="sm" type="none"/>
                      <a:tailEnd len="sm" w="sm" type="none"/>
                    </a:lnL>
                    <a:lnR cap="flat" cmpd="sng" w="9525">
                      <a:solidFill>
                        <a:srgbClr val="EEF2F7"/>
                      </a:solidFill>
                      <a:prstDash val="solid"/>
                      <a:round/>
                      <a:headEnd len="sm" w="sm" type="none"/>
                      <a:tailEnd len="sm" w="sm" type="none"/>
                    </a:lnR>
                    <a:lnT cap="flat" cmpd="sng" w="9525">
                      <a:solidFill>
                        <a:srgbClr val="EEF2F7"/>
                      </a:solidFill>
                      <a:prstDash val="solid"/>
                      <a:round/>
                      <a:headEnd len="sm" w="sm" type="none"/>
                      <a:tailEnd len="sm" w="sm" type="none"/>
                    </a:lnT>
                    <a:lnB cap="flat" cmpd="sng" w="9525">
                      <a:solidFill>
                        <a:srgbClr val="EEF2F7"/>
                      </a:solidFill>
                      <a:prstDash val="solid"/>
                      <a:round/>
                      <a:headEnd len="sm" w="sm" type="none"/>
                      <a:tailEnd len="sm" w="sm" type="none"/>
                    </a:lnB>
                    <a:solidFill>
                      <a:schemeClr val="accent1"/>
                    </a:solidFill>
                  </a:tcPr>
                </a:tc>
                <a:tc>
                  <a:txBody>
                    <a:bodyPr/>
                    <a:lstStyle/>
                    <a:p>
                      <a:pPr indent="0" lvl="0" marL="0" marR="0" rtl="0" algn="l">
                        <a:spcBef>
                          <a:spcPts val="0"/>
                        </a:spcBef>
                        <a:spcAft>
                          <a:spcPts val="0"/>
                        </a:spcAft>
                        <a:buClr>
                          <a:schemeClr val="dk1"/>
                        </a:buClr>
                        <a:buSzPts val="1400"/>
                        <a:buFont typeface="Calibri"/>
                        <a:buNone/>
                      </a:pPr>
                      <a:r>
                        <a:rPr lang="en-US" sz="1400" u="none" cap="none" strike="noStrike">
                          <a:solidFill>
                            <a:schemeClr val="dk1"/>
                          </a:solidFill>
                        </a:rPr>
                        <a:t>Presupuesto por ronda, alertas de consumo y respuestas almacenadas.</a:t>
                      </a:r>
                      <a:endParaRPr sz="1400" u="none" cap="none" strike="noStrike"/>
                    </a:p>
                  </a:txBody>
                  <a:tcPr marT="54875" marB="54875" marR="73150" marL="73150" anchor="ctr">
                    <a:lnL cap="flat" cmpd="sng" w="9525">
                      <a:solidFill>
                        <a:srgbClr val="EEF2F7"/>
                      </a:solidFill>
                      <a:prstDash val="solid"/>
                      <a:round/>
                      <a:headEnd len="sm" w="sm" type="none"/>
                      <a:tailEnd len="sm" w="sm" type="none"/>
                    </a:lnL>
                    <a:lnR cap="flat" cmpd="sng" w="9525">
                      <a:solidFill>
                        <a:srgbClr val="EEF2F7"/>
                      </a:solidFill>
                      <a:prstDash val="solid"/>
                      <a:round/>
                      <a:headEnd len="sm" w="sm" type="none"/>
                      <a:tailEnd len="sm" w="sm" type="none"/>
                    </a:lnR>
                    <a:lnT cap="flat" cmpd="sng" w="9525">
                      <a:solidFill>
                        <a:srgbClr val="EEF2F7"/>
                      </a:solidFill>
                      <a:prstDash val="solid"/>
                      <a:round/>
                      <a:headEnd len="sm" w="sm" type="none"/>
                      <a:tailEnd len="sm" w="sm" type="none"/>
                    </a:lnT>
                    <a:lnB cap="flat" cmpd="sng" w="9525">
                      <a:solidFill>
                        <a:srgbClr val="EEF2F7"/>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500"/>
                        <a:buFont typeface="Calibri"/>
                        <a:buNone/>
                      </a:pPr>
                      <a:r>
                        <a:rPr lang="en-US" sz="1500" u="none" cap="none" strike="noStrike">
                          <a:solidFill>
                            <a:schemeClr val="dk1"/>
                          </a:solidFill>
                        </a:rPr>
                        <a:t>4</a:t>
                      </a:r>
                      <a:endParaRPr sz="1500" u="none" cap="none" strike="noStrike"/>
                    </a:p>
                  </a:txBody>
                  <a:tcPr marT="54875" marB="54875" marR="73150" marL="73150" anchor="ctr">
                    <a:lnL cap="flat" cmpd="sng" w="9525">
                      <a:solidFill>
                        <a:srgbClr val="EEF2F7"/>
                      </a:solidFill>
                      <a:prstDash val="solid"/>
                      <a:round/>
                      <a:headEnd len="sm" w="sm" type="none"/>
                      <a:tailEnd len="sm" w="sm" type="none"/>
                    </a:lnL>
                    <a:lnR cap="flat" cmpd="sng" w="9525">
                      <a:solidFill>
                        <a:srgbClr val="EEF2F7"/>
                      </a:solidFill>
                      <a:prstDash val="solid"/>
                      <a:round/>
                      <a:headEnd len="sm" w="sm" type="none"/>
                      <a:tailEnd len="sm" w="sm" type="none"/>
                    </a:lnR>
                    <a:lnT cap="flat" cmpd="sng" w="9525">
                      <a:solidFill>
                        <a:srgbClr val="EEF2F7"/>
                      </a:solidFill>
                      <a:prstDash val="solid"/>
                      <a:round/>
                      <a:headEnd len="sm" w="sm" type="none"/>
                      <a:tailEnd len="sm" w="sm" type="none"/>
                    </a:lnT>
                    <a:lnB cap="flat" cmpd="sng" w="9525">
                      <a:solidFill>
                        <a:srgbClr val="EEF2F7"/>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500"/>
                        <a:buFont typeface="Calibri"/>
                        <a:buNone/>
                      </a:pPr>
                      <a:r>
                        <a:rPr lang="en-US" sz="1500" u="none" cap="none" strike="noStrike">
                          <a:solidFill>
                            <a:schemeClr val="dk1"/>
                          </a:solidFill>
                        </a:rPr>
                        <a:t>3</a:t>
                      </a:r>
                      <a:endParaRPr sz="1500" u="none" cap="none" strike="noStrike"/>
                    </a:p>
                  </a:txBody>
                  <a:tcPr marT="54875" marB="54875" marR="73150" marL="73150" anchor="ctr">
                    <a:lnL cap="flat" cmpd="sng" w="9525">
                      <a:solidFill>
                        <a:srgbClr val="EEF2F7"/>
                      </a:solidFill>
                      <a:prstDash val="solid"/>
                      <a:round/>
                      <a:headEnd len="sm" w="sm" type="none"/>
                      <a:tailEnd len="sm" w="sm" type="none"/>
                    </a:lnL>
                    <a:lnR cap="flat" cmpd="sng" w="9525">
                      <a:solidFill>
                        <a:srgbClr val="EEF2F7"/>
                      </a:solidFill>
                      <a:prstDash val="solid"/>
                      <a:round/>
                      <a:headEnd len="sm" w="sm" type="none"/>
                      <a:tailEnd len="sm" w="sm" type="none"/>
                    </a:lnR>
                    <a:lnT cap="flat" cmpd="sng" w="9525">
                      <a:solidFill>
                        <a:srgbClr val="EEF2F7"/>
                      </a:solidFill>
                      <a:prstDash val="solid"/>
                      <a:round/>
                      <a:headEnd len="sm" w="sm" type="none"/>
                      <a:tailEnd len="sm" w="sm" type="none"/>
                    </a:lnT>
                    <a:lnB cap="flat" cmpd="sng" w="9525">
                      <a:solidFill>
                        <a:srgbClr val="EEF2F7"/>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accent3"/>
                        </a:buClr>
                        <a:buSzPts val="1500"/>
                        <a:buFont typeface="Calibri"/>
                        <a:buNone/>
                      </a:pPr>
                      <a:r>
                        <a:rPr b="1" lang="en-US" sz="1500" u="none" cap="none" strike="noStrike">
                          <a:solidFill>
                            <a:schemeClr val="accent3"/>
                          </a:solidFill>
                        </a:rPr>
                        <a:t>12</a:t>
                      </a:r>
                      <a:endParaRPr sz="1500" u="none" cap="none" strike="noStrike"/>
                    </a:p>
                  </a:txBody>
                  <a:tcPr marT="54875" marB="54875" marR="73150" marL="73150" anchor="ctr">
                    <a:lnL cap="flat" cmpd="sng" w="9525">
                      <a:solidFill>
                        <a:srgbClr val="EEF2F7"/>
                      </a:solidFill>
                      <a:prstDash val="solid"/>
                      <a:round/>
                      <a:headEnd len="sm" w="sm" type="none"/>
                      <a:tailEnd len="sm" w="sm" type="none"/>
                    </a:lnL>
                    <a:lnR cap="flat" cmpd="sng" w="9525">
                      <a:solidFill>
                        <a:srgbClr val="EEF2F7"/>
                      </a:solidFill>
                      <a:prstDash val="solid"/>
                      <a:round/>
                      <a:headEnd len="sm" w="sm" type="none"/>
                      <a:tailEnd len="sm" w="sm" type="none"/>
                    </a:lnR>
                    <a:lnT cap="flat" cmpd="sng" w="9525">
                      <a:solidFill>
                        <a:srgbClr val="EEF2F7"/>
                      </a:solidFill>
                      <a:prstDash val="solid"/>
                      <a:round/>
                      <a:headEnd len="sm" w="sm" type="none"/>
                      <a:tailEnd len="sm" w="sm" type="none"/>
                    </a:lnT>
                    <a:lnB cap="flat" cmpd="sng" w="9525">
                      <a:solidFill>
                        <a:srgbClr val="EEF2F7"/>
                      </a:solidFill>
                      <a:prstDash val="solid"/>
                      <a:round/>
                      <a:headEnd len="sm" w="sm" type="none"/>
                      <a:tailEnd len="sm" w="sm" type="none"/>
                    </a:lnB>
                    <a:solidFill>
                      <a:schemeClr val="lt1"/>
                    </a:solidFill>
                  </a:tcPr>
                </a:tc>
              </a:tr>
              <a:tr h="457200">
                <a:tc>
                  <a:txBody>
                    <a:bodyPr/>
                    <a:lstStyle/>
                    <a:p>
                      <a:pPr indent="0" lvl="0" marL="0" marR="0" rtl="0" algn="ctr">
                        <a:spcBef>
                          <a:spcPts val="0"/>
                        </a:spcBef>
                        <a:spcAft>
                          <a:spcPts val="0"/>
                        </a:spcAft>
                        <a:buClr>
                          <a:schemeClr val="dk1"/>
                        </a:buClr>
                        <a:buSzPts val="1500"/>
                        <a:buFont typeface="Calibri"/>
                        <a:buNone/>
                      </a:pPr>
                      <a:r>
                        <a:rPr lang="en-US" sz="1500" u="none" cap="none" strike="noStrike">
                          <a:solidFill>
                            <a:schemeClr val="dk1"/>
                          </a:solidFill>
                        </a:rPr>
                        <a:t>4</a:t>
                      </a:r>
                      <a:endParaRPr sz="1500" u="none" cap="none" strike="noStrike"/>
                    </a:p>
                  </a:txBody>
                  <a:tcPr marT="54875" marB="54875" marR="73150" marL="73150" anchor="ctr">
                    <a:lnL cap="flat" cmpd="sng" w="9525">
                      <a:solidFill>
                        <a:srgbClr val="EEF2F7"/>
                      </a:solidFill>
                      <a:prstDash val="solid"/>
                      <a:round/>
                      <a:headEnd len="sm" w="sm" type="none"/>
                      <a:tailEnd len="sm" w="sm" type="none"/>
                    </a:lnL>
                    <a:lnR cap="flat" cmpd="sng" w="9525">
                      <a:solidFill>
                        <a:srgbClr val="EEF2F7"/>
                      </a:solidFill>
                      <a:prstDash val="solid"/>
                      <a:round/>
                      <a:headEnd len="sm" w="sm" type="none"/>
                      <a:tailEnd len="sm" w="sm" type="none"/>
                    </a:lnR>
                    <a:lnT cap="flat" cmpd="sng" w="9525">
                      <a:solidFill>
                        <a:srgbClr val="EEF2F7"/>
                      </a:solidFill>
                      <a:prstDash val="solid"/>
                      <a:round/>
                      <a:headEnd len="sm" w="sm" type="none"/>
                      <a:tailEnd len="sm" w="sm" type="none"/>
                    </a:lnT>
                    <a:lnB cap="flat" cmpd="sng" w="9525">
                      <a:solidFill>
                        <a:srgbClr val="EEF2F7"/>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Clr>
                          <a:schemeClr val="dk1"/>
                        </a:buClr>
                        <a:buSzPts val="1500"/>
                        <a:buFont typeface="Calibri"/>
                        <a:buNone/>
                      </a:pPr>
                      <a:r>
                        <a:rPr lang="en-US" sz="1500" u="none" cap="none" strike="noStrike">
                          <a:solidFill>
                            <a:schemeClr val="dk1"/>
                          </a:solidFill>
                        </a:rPr>
                        <a:t>Demoras en la revisión o en la publicación del piloto</a:t>
                      </a:r>
                      <a:endParaRPr sz="1500" u="none" cap="none" strike="noStrike"/>
                    </a:p>
                  </a:txBody>
                  <a:tcPr marT="54875" marB="54875" marR="73150" marL="73150" anchor="ctr">
                    <a:lnL cap="flat" cmpd="sng" w="9525">
                      <a:solidFill>
                        <a:srgbClr val="EEF2F7"/>
                      </a:solidFill>
                      <a:prstDash val="solid"/>
                      <a:round/>
                      <a:headEnd len="sm" w="sm" type="none"/>
                      <a:tailEnd len="sm" w="sm" type="none"/>
                    </a:lnL>
                    <a:lnR cap="flat" cmpd="sng" w="9525">
                      <a:solidFill>
                        <a:srgbClr val="EEF2F7"/>
                      </a:solidFill>
                      <a:prstDash val="solid"/>
                      <a:round/>
                      <a:headEnd len="sm" w="sm" type="none"/>
                      <a:tailEnd len="sm" w="sm" type="none"/>
                    </a:lnR>
                    <a:lnT cap="flat" cmpd="sng" w="9525">
                      <a:solidFill>
                        <a:srgbClr val="EEF2F7"/>
                      </a:solidFill>
                      <a:prstDash val="solid"/>
                      <a:round/>
                      <a:headEnd len="sm" w="sm" type="none"/>
                      <a:tailEnd len="sm" w="sm" type="none"/>
                    </a:lnT>
                    <a:lnB cap="flat" cmpd="sng" w="9525">
                      <a:solidFill>
                        <a:srgbClr val="EEF2F7"/>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Clr>
                          <a:schemeClr val="dk1"/>
                        </a:buClr>
                        <a:buSzPts val="1500"/>
                        <a:buFont typeface="Calibri"/>
                        <a:buNone/>
                      </a:pPr>
                      <a:r>
                        <a:rPr lang="en-US" sz="1500" u="none" cap="none" strike="noStrike">
                          <a:solidFill>
                            <a:schemeClr val="dk1"/>
                          </a:solidFill>
                        </a:rPr>
                        <a:t>8</a:t>
                      </a:r>
                      <a:endParaRPr sz="1500" u="none" cap="none" strike="noStrike"/>
                    </a:p>
                  </a:txBody>
                  <a:tcPr marT="54875" marB="54875" marR="73150" marL="73150" anchor="ctr">
                    <a:lnL cap="flat" cmpd="sng" w="9525">
                      <a:solidFill>
                        <a:srgbClr val="EEF2F7"/>
                      </a:solidFill>
                      <a:prstDash val="solid"/>
                      <a:round/>
                      <a:headEnd len="sm" w="sm" type="none"/>
                      <a:tailEnd len="sm" w="sm" type="none"/>
                    </a:lnL>
                    <a:lnR cap="flat" cmpd="sng" w="9525">
                      <a:solidFill>
                        <a:srgbClr val="EEF2F7"/>
                      </a:solidFill>
                      <a:prstDash val="solid"/>
                      <a:round/>
                      <a:headEnd len="sm" w="sm" type="none"/>
                      <a:tailEnd len="sm" w="sm" type="none"/>
                    </a:lnR>
                    <a:lnT cap="flat" cmpd="sng" w="9525">
                      <a:solidFill>
                        <a:srgbClr val="EEF2F7"/>
                      </a:solidFill>
                      <a:prstDash val="solid"/>
                      <a:round/>
                      <a:headEnd len="sm" w="sm" type="none"/>
                      <a:tailEnd len="sm" w="sm" type="none"/>
                    </a:lnT>
                    <a:lnB cap="flat" cmpd="sng" w="9525">
                      <a:solidFill>
                        <a:srgbClr val="EEF2F7"/>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Clr>
                          <a:schemeClr val="dk1"/>
                        </a:buClr>
                        <a:buSzPts val="1500"/>
                        <a:buFont typeface="Calibri"/>
                        <a:buNone/>
                      </a:pPr>
                      <a:r>
                        <a:rPr lang="en-US" sz="1500" u="none" cap="none" strike="noStrike">
                          <a:solidFill>
                            <a:schemeClr val="dk1"/>
                          </a:solidFill>
                        </a:rPr>
                        <a:t>5</a:t>
                      </a:r>
                      <a:endParaRPr sz="1500" u="none" cap="none" strike="noStrike"/>
                    </a:p>
                  </a:txBody>
                  <a:tcPr marT="54875" marB="54875" marR="73150" marL="73150" anchor="ctr">
                    <a:lnL cap="flat" cmpd="sng" w="9525">
                      <a:solidFill>
                        <a:srgbClr val="EEF2F7"/>
                      </a:solidFill>
                      <a:prstDash val="solid"/>
                      <a:round/>
                      <a:headEnd len="sm" w="sm" type="none"/>
                      <a:tailEnd len="sm" w="sm" type="none"/>
                    </a:lnL>
                    <a:lnR cap="flat" cmpd="sng" w="9525">
                      <a:solidFill>
                        <a:srgbClr val="EEF2F7"/>
                      </a:solidFill>
                      <a:prstDash val="solid"/>
                      <a:round/>
                      <a:headEnd len="sm" w="sm" type="none"/>
                      <a:tailEnd len="sm" w="sm" type="none"/>
                    </a:lnR>
                    <a:lnT cap="flat" cmpd="sng" w="9525">
                      <a:solidFill>
                        <a:srgbClr val="EEF2F7"/>
                      </a:solidFill>
                      <a:prstDash val="solid"/>
                      <a:round/>
                      <a:headEnd len="sm" w="sm" type="none"/>
                      <a:tailEnd len="sm" w="sm" type="none"/>
                    </a:lnT>
                    <a:lnB cap="flat" cmpd="sng" w="9525">
                      <a:solidFill>
                        <a:srgbClr val="EEF2F7"/>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Clr>
                          <a:schemeClr val="lt1"/>
                        </a:buClr>
                        <a:buSzPts val="1500"/>
                        <a:buFont typeface="Calibri"/>
                        <a:buNone/>
                      </a:pPr>
                      <a:r>
                        <a:rPr b="1" lang="en-US" sz="1500" u="none" cap="none" strike="noStrike">
                          <a:solidFill>
                            <a:schemeClr val="lt1"/>
                          </a:solidFill>
                        </a:rPr>
                        <a:t>40</a:t>
                      </a:r>
                      <a:endParaRPr sz="1500" u="none" cap="none" strike="noStrike"/>
                    </a:p>
                  </a:txBody>
                  <a:tcPr marT="54875" marB="54875" marR="73150" marL="73150" anchor="ctr">
                    <a:lnL cap="flat" cmpd="sng" w="9525">
                      <a:solidFill>
                        <a:srgbClr val="EEF2F7"/>
                      </a:solidFill>
                      <a:prstDash val="solid"/>
                      <a:round/>
                      <a:headEnd len="sm" w="sm" type="none"/>
                      <a:tailEnd len="sm" w="sm" type="none"/>
                    </a:lnL>
                    <a:lnR cap="flat" cmpd="sng" w="9525">
                      <a:solidFill>
                        <a:srgbClr val="EEF2F7"/>
                      </a:solidFill>
                      <a:prstDash val="solid"/>
                      <a:round/>
                      <a:headEnd len="sm" w="sm" type="none"/>
                      <a:tailEnd len="sm" w="sm" type="none"/>
                    </a:lnR>
                    <a:lnT cap="flat" cmpd="sng" w="9525">
                      <a:solidFill>
                        <a:srgbClr val="EEF2F7"/>
                      </a:solidFill>
                      <a:prstDash val="solid"/>
                      <a:round/>
                      <a:headEnd len="sm" w="sm" type="none"/>
                      <a:tailEnd len="sm" w="sm" type="none"/>
                    </a:lnT>
                    <a:lnB cap="flat" cmpd="sng" w="9525">
                      <a:solidFill>
                        <a:srgbClr val="EEF2F7"/>
                      </a:solidFill>
                      <a:prstDash val="solid"/>
                      <a:round/>
                      <a:headEnd len="sm" w="sm" type="none"/>
                      <a:tailEnd len="sm" w="sm" type="none"/>
                    </a:lnB>
                    <a:solidFill>
                      <a:schemeClr val="accent1"/>
                    </a:solidFill>
                  </a:tcPr>
                </a:tc>
                <a:tc>
                  <a:txBody>
                    <a:bodyPr/>
                    <a:lstStyle/>
                    <a:p>
                      <a:pPr indent="0" lvl="0" marL="0" marR="0" rtl="0" algn="l">
                        <a:spcBef>
                          <a:spcPts val="0"/>
                        </a:spcBef>
                        <a:spcAft>
                          <a:spcPts val="0"/>
                        </a:spcAft>
                        <a:buClr>
                          <a:schemeClr val="dk1"/>
                        </a:buClr>
                        <a:buSzPts val="1400"/>
                        <a:buFont typeface="Calibri"/>
                        <a:buNone/>
                      </a:pPr>
                      <a:r>
                        <a:rPr lang="en-US" sz="1400" u="none" cap="none" strike="noStrike">
                          <a:solidFill>
                            <a:schemeClr val="dk1"/>
                          </a:solidFill>
                        </a:rPr>
                        <a:t>Fecha acordada al cierre del </a:t>
                      </a:r>
                      <a:r>
                        <a:rPr i="1" lang="en-US" sz="1400" u="none" cap="none" strike="noStrike">
                          <a:solidFill>
                            <a:schemeClr val="dk1"/>
                          </a:solidFill>
                        </a:rPr>
                        <a:t>sprint</a:t>
                      </a:r>
                      <a:r>
                        <a:rPr lang="en-US" sz="1400" u="none" cap="none" strike="noStrike">
                          <a:solidFill>
                            <a:schemeClr val="dk1"/>
                          </a:solidFill>
                        </a:rPr>
                        <a:t> 0 y respaldo del codirector.</a:t>
                      </a:r>
                      <a:endParaRPr sz="1400" u="none" cap="none" strike="noStrike"/>
                    </a:p>
                  </a:txBody>
                  <a:tcPr marT="54875" marB="54875" marR="73150" marL="73150" anchor="ctr">
                    <a:lnL cap="flat" cmpd="sng" w="9525">
                      <a:solidFill>
                        <a:srgbClr val="EEF2F7"/>
                      </a:solidFill>
                      <a:prstDash val="solid"/>
                      <a:round/>
                      <a:headEnd len="sm" w="sm" type="none"/>
                      <a:tailEnd len="sm" w="sm" type="none"/>
                    </a:lnL>
                    <a:lnR cap="flat" cmpd="sng" w="9525">
                      <a:solidFill>
                        <a:srgbClr val="EEF2F7"/>
                      </a:solidFill>
                      <a:prstDash val="solid"/>
                      <a:round/>
                      <a:headEnd len="sm" w="sm" type="none"/>
                      <a:tailEnd len="sm" w="sm" type="none"/>
                    </a:lnR>
                    <a:lnT cap="flat" cmpd="sng" w="9525">
                      <a:solidFill>
                        <a:srgbClr val="EEF2F7"/>
                      </a:solidFill>
                      <a:prstDash val="solid"/>
                      <a:round/>
                      <a:headEnd len="sm" w="sm" type="none"/>
                      <a:tailEnd len="sm" w="sm" type="none"/>
                    </a:lnT>
                    <a:lnB cap="flat" cmpd="sng" w="9525">
                      <a:solidFill>
                        <a:srgbClr val="EEF2F7"/>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Clr>
                          <a:schemeClr val="dk1"/>
                        </a:buClr>
                        <a:buSzPts val="1500"/>
                        <a:buFont typeface="Calibri"/>
                        <a:buNone/>
                      </a:pPr>
                      <a:r>
                        <a:rPr lang="en-US" sz="1500" u="none" cap="none" strike="noStrike">
                          <a:solidFill>
                            <a:schemeClr val="dk1"/>
                          </a:solidFill>
                        </a:rPr>
                        <a:t>6</a:t>
                      </a:r>
                      <a:endParaRPr sz="1500" u="none" cap="none" strike="noStrike"/>
                    </a:p>
                  </a:txBody>
                  <a:tcPr marT="54875" marB="54875" marR="73150" marL="73150" anchor="ctr">
                    <a:lnL cap="flat" cmpd="sng" w="9525">
                      <a:solidFill>
                        <a:srgbClr val="EEF2F7"/>
                      </a:solidFill>
                      <a:prstDash val="solid"/>
                      <a:round/>
                      <a:headEnd len="sm" w="sm" type="none"/>
                      <a:tailEnd len="sm" w="sm" type="none"/>
                    </a:lnL>
                    <a:lnR cap="flat" cmpd="sng" w="9525">
                      <a:solidFill>
                        <a:srgbClr val="EEF2F7"/>
                      </a:solidFill>
                      <a:prstDash val="solid"/>
                      <a:round/>
                      <a:headEnd len="sm" w="sm" type="none"/>
                      <a:tailEnd len="sm" w="sm" type="none"/>
                    </a:lnR>
                    <a:lnT cap="flat" cmpd="sng" w="9525">
                      <a:solidFill>
                        <a:srgbClr val="EEF2F7"/>
                      </a:solidFill>
                      <a:prstDash val="solid"/>
                      <a:round/>
                      <a:headEnd len="sm" w="sm" type="none"/>
                      <a:tailEnd len="sm" w="sm" type="none"/>
                    </a:lnT>
                    <a:lnB cap="flat" cmpd="sng" w="9525">
                      <a:solidFill>
                        <a:srgbClr val="EEF2F7"/>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Clr>
                          <a:schemeClr val="dk1"/>
                        </a:buClr>
                        <a:buSzPts val="1500"/>
                        <a:buFont typeface="Calibri"/>
                        <a:buNone/>
                      </a:pPr>
                      <a:r>
                        <a:rPr lang="en-US" sz="1500" u="none" cap="none" strike="noStrike">
                          <a:solidFill>
                            <a:schemeClr val="dk1"/>
                          </a:solidFill>
                        </a:rPr>
                        <a:t>3</a:t>
                      </a:r>
                      <a:endParaRPr sz="1500" u="none" cap="none" strike="noStrike"/>
                    </a:p>
                  </a:txBody>
                  <a:tcPr marT="54875" marB="54875" marR="73150" marL="73150" anchor="ctr">
                    <a:lnL cap="flat" cmpd="sng" w="9525">
                      <a:solidFill>
                        <a:srgbClr val="EEF2F7"/>
                      </a:solidFill>
                      <a:prstDash val="solid"/>
                      <a:round/>
                      <a:headEnd len="sm" w="sm" type="none"/>
                      <a:tailEnd len="sm" w="sm" type="none"/>
                    </a:lnL>
                    <a:lnR cap="flat" cmpd="sng" w="9525">
                      <a:solidFill>
                        <a:srgbClr val="EEF2F7"/>
                      </a:solidFill>
                      <a:prstDash val="solid"/>
                      <a:round/>
                      <a:headEnd len="sm" w="sm" type="none"/>
                      <a:tailEnd len="sm" w="sm" type="none"/>
                    </a:lnR>
                    <a:lnT cap="flat" cmpd="sng" w="9525">
                      <a:solidFill>
                        <a:srgbClr val="EEF2F7"/>
                      </a:solidFill>
                      <a:prstDash val="solid"/>
                      <a:round/>
                      <a:headEnd len="sm" w="sm" type="none"/>
                      <a:tailEnd len="sm" w="sm" type="none"/>
                    </a:lnT>
                    <a:lnB cap="flat" cmpd="sng" w="9525">
                      <a:solidFill>
                        <a:srgbClr val="EEF2F7"/>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Clr>
                          <a:schemeClr val="accent3"/>
                        </a:buClr>
                        <a:buSzPts val="1500"/>
                        <a:buFont typeface="Calibri"/>
                        <a:buNone/>
                      </a:pPr>
                      <a:r>
                        <a:rPr b="1" lang="en-US" sz="1500" u="none" cap="none" strike="noStrike">
                          <a:solidFill>
                            <a:schemeClr val="accent3"/>
                          </a:solidFill>
                        </a:rPr>
                        <a:t>18</a:t>
                      </a:r>
                      <a:endParaRPr sz="1500" u="none" cap="none" strike="noStrike"/>
                    </a:p>
                  </a:txBody>
                  <a:tcPr marT="54875" marB="54875" marR="73150" marL="73150" anchor="ctr">
                    <a:lnL cap="flat" cmpd="sng" w="9525">
                      <a:solidFill>
                        <a:srgbClr val="EEF2F7"/>
                      </a:solidFill>
                      <a:prstDash val="solid"/>
                      <a:round/>
                      <a:headEnd len="sm" w="sm" type="none"/>
                      <a:tailEnd len="sm" w="sm" type="none"/>
                    </a:lnL>
                    <a:lnR cap="flat" cmpd="sng" w="9525">
                      <a:solidFill>
                        <a:srgbClr val="EEF2F7"/>
                      </a:solidFill>
                      <a:prstDash val="solid"/>
                      <a:round/>
                      <a:headEnd len="sm" w="sm" type="none"/>
                      <a:tailEnd len="sm" w="sm" type="none"/>
                    </a:lnR>
                    <a:lnT cap="flat" cmpd="sng" w="9525">
                      <a:solidFill>
                        <a:srgbClr val="EEF2F7"/>
                      </a:solidFill>
                      <a:prstDash val="solid"/>
                      <a:round/>
                      <a:headEnd len="sm" w="sm" type="none"/>
                      <a:tailEnd len="sm" w="sm" type="none"/>
                    </a:lnT>
                    <a:lnB cap="flat" cmpd="sng" w="9525">
                      <a:solidFill>
                        <a:srgbClr val="EEF2F7"/>
                      </a:solidFill>
                      <a:prstDash val="solid"/>
                      <a:round/>
                      <a:headEnd len="sm" w="sm" type="none"/>
                      <a:tailEnd len="sm" w="sm" type="none"/>
                    </a:lnB>
                    <a:solidFill>
                      <a:schemeClr val="lt2"/>
                    </a:solidFill>
                  </a:tcPr>
                </a:tc>
              </a:tr>
              <a:tr h="457200">
                <a:tc>
                  <a:txBody>
                    <a:bodyPr/>
                    <a:lstStyle/>
                    <a:p>
                      <a:pPr indent="0" lvl="0" marL="0" marR="0" rtl="0" algn="ctr">
                        <a:spcBef>
                          <a:spcPts val="0"/>
                        </a:spcBef>
                        <a:spcAft>
                          <a:spcPts val="0"/>
                        </a:spcAft>
                        <a:buClr>
                          <a:schemeClr val="dk1"/>
                        </a:buClr>
                        <a:buSzPts val="1500"/>
                        <a:buFont typeface="Calibri"/>
                        <a:buNone/>
                      </a:pPr>
                      <a:r>
                        <a:rPr lang="en-US" sz="1500" u="none" cap="none" strike="noStrike">
                          <a:solidFill>
                            <a:schemeClr val="dk1"/>
                          </a:solidFill>
                        </a:rPr>
                        <a:t>5</a:t>
                      </a:r>
                      <a:endParaRPr sz="1500" u="none" cap="none" strike="noStrike"/>
                    </a:p>
                  </a:txBody>
                  <a:tcPr marT="54875" marB="54875" marR="73150" marL="73150" anchor="ctr">
                    <a:lnL cap="flat" cmpd="sng" w="9525">
                      <a:solidFill>
                        <a:srgbClr val="EEF2F7"/>
                      </a:solidFill>
                      <a:prstDash val="solid"/>
                      <a:round/>
                      <a:headEnd len="sm" w="sm" type="none"/>
                      <a:tailEnd len="sm" w="sm" type="none"/>
                    </a:lnL>
                    <a:lnR cap="flat" cmpd="sng" w="9525">
                      <a:solidFill>
                        <a:srgbClr val="EEF2F7"/>
                      </a:solidFill>
                      <a:prstDash val="solid"/>
                      <a:round/>
                      <a:headEnd len="sm" w="sm" type="none"/>
                      <a:tailEnd len="sm" w="sm" type="none"/>
                    </a:lnR>
                    <a:lnT cap="flat" cmpd="sng" w="9525">
                      <a:solidFill>
                        <a:srgbClr val="EEF2F7"/>
                      </a:solidFill>
                      <a:prstDash val="solid"/>
                      <a:round/>
                      <a:headEnd len="sm" w="sm" type="none"/>
                      <a:tailEnd len="sm" w="sm" type="none"/>
                    </a:lnT>
                    <a:lnB cap="flat" cmpd="sng" w="9525">
                      <a:solidFill>
                        <a:srgbClr val="EEF2F7"/>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chemeClr val="dk1"/>
                        </a:buClr>
                        <a:buSzPts val="1500"/>
                        <a:buFont typeface="Calibri"/>
                        <a:buNone/>
                      </a:pPr>
                      <a:r>
                        <a:rPr lang="en-US" sz="1500" u="none" cap="none" strike="noStrike">
                          <a:solidFill>
                            <a:schemeClr val="dk1"/>
                          </a:solidFill>
                        </a:rPr>
                        <a:t>Resultados no concluyentes del piloto</a:t>
                      </a:r>
                      <a:endParaRPr sz="1500" u="none" cap="none" strike="noStrike"/>
                    </a:p>
                  </a:txBody>
                  <a:tcPr marT="54875" marB="54875" marR="73150" marL="73150" anchor="ctr">
                    <a:lnL cap="flat" cmpd="sng" w="9525">
                      <a:solidFill>
                        <a:srgbClr val="EEF2F7"/>
                      </a:solidFill>
                      <a:prstDash val="solid"/>
                      <a:round/>
                      <a:headEnd len="sm" w="sm" type="none"/>
                      <a:tailEnd len="sm" w="sm" type="none"/>
                    </a:lnL>
                    <a:lnR cap="flat" cmpd="sng" w="9525">
                      <a:solidFill>
                        <a:srgbClr val="EEF2F7"/>
                      </a:solidFill>
                      <a:prstDash val="solid"/>
                      <a:round/>
                      <a:headEnd len="sm" w="sm" type="none"/>
                      <a:tailEnd len="sm" w="sm" type="none"/>
                    </a:lnR>
                    <a:lnT cap="flat" cmpd="sng" w="9525">
                      <a:solidFill>
                        <a:srgbClr val="EEF2F7"/>
                      </a:solidFill>
                      <a:prstDash val="solid"/>
                      <a:round/>
                      <a:headEnd len="sm" w="sm" type="none"/>
                      <a:tailEnd len="sm" w="sm" type="none"/>
                    </a:lnT>
                    <a:lnB cap="flat" cmpd="sng" w="9525">
                      <a:solidFill>
                        <a:srgbClr val="EEF2F7"/>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500"/>
                        <a:buFont typeface="Calibri"/>
                        <a:buNone/>
                      </a:pPr>
                      <a:r>
                        <a:rPr lang="en-US" sz="1500" u="none" cap="none" strike="noStrike">
                          <a:solidFill>
                            <a:schemeClr val="dk1"/>
                          </a:solidFill>
                        </a:rPr>
                        <a:t>7</a:t>
                      </a:r>
                      <a:endParaRPr sz="1500" u="none" cap="none" strike="noStrike"/>
                    </a:p>
                  </a:txBody>
                  <a:tcPr marT="54875" marB="54875" marR="73150" marL="73150" anchor="ctr">
                    <a:lnL cap="flat" cmpd="sng" w="9525">
                      <a:solidFill>
                        <a:srgbClr val="EEF2F7"/>
                      </a:solidFill>
                      <a:prstDash val="solid"/>
                      <a:round/>
                      <a:headEnd len="sm" w="sm" type="none"/>
                      <a:tailEnd len="sm" w="sm" type="none"/>
                    </a:lnL>
                    <a:lnR cap="flat" cmpd="sng" w="9525">
                      <a:solidFill>
                        <a:srgbClr val="EEF2F7"/>
                      </a:solidFill>
                      <a:prstDash val="solid"/>
                      <a:round/>
                      <a:headEnd len="sm" w="sm" type="none"/>
                      <a:tailEnd len="sm" w="sm" type="none"/>
                    </a:lnR>
                    <a:lnT cap="flat" cmpd="sng" w="9525">
                      <a:solidFill>
                        <a:srgbClr val="EEF2F7"/>
                      </a:solidFill>
                      <a:prstDash val="solid"/>
                      <a:round/>
                      <a:headEnd len="sm" w="sm" type="none"/>
                      <a:tailEnd len="sm" w="sm" type="none"/>
                    </a:lnT>
                    <a:lnB cap="flat" cmpd="sng" w="9525">
                      <a:solidFill>
                        <a:srgbClr val="EEF2F7"/>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500"/>
                        <a:buFont typeface="Calibri"/>
                        <a:buNone/>
                      </a:pPr>
                      <a:r>
                        <a:rPr lang="en-US" sz="1500" u="none" cap="none" strike="noStrike">
                          <a:solidFill>
                            <a:schemeClr val="dk1"/>
                          </a:solidFill>
                        </a:rPr>
                        <a:t>6</a:t>
                      </a:r>
                      <a:endParaRPr sz="1500" u="none" cap="none" strike="noStrike"/>
                    </a:p>
                  </a:txBody>
                  <a:tcPr marT="54875" marB="54875" marR="73150" marL="73150" anchor="ctr">
                    <a:lnL cap="flat" cmpd="sng" w="9525">
                      <a:solidFill>
                        <a:srgbClr val="EEF2F7"/>
                      </a:solidFill>
                      <a:prstDash val="solid"/>
                      <a:round/>
                      <a:headEnd len="sm" w="sm" type="none"/>
                      <a:tailEnd len="sm" w="sm" type="none"/>
                    </a:lnL>
                    <a:lnR cap="flat" cmpd="sng" w="9525">
                      <a:solidFill>
                        <a:srgbClr val="EEF2F7"/>
                      </a:solidFill>
                      <a:prstDash val="solid"/>
                      <a:round/>
                      <a:headEnd len="sm" w="sm" type="none"/>
                      <a:tailEnd len="sm" w="sm" type="none"/>
                    </a:lnR>
                    <a:lnT cap="flat" cmpd="sng" w="9525">
                      <a:solidFill>
                        <a:srgbClr val="EEF2F7"/>
                      </a:solidFill>
                      <a:prstDash val="solid"/>
                      <a:round/>
                      <a:headEnd len="sm" w="sm" type="none"/>
                      <a:tailEnd len="sm" w="sm" type="none"/>
                    </a:lnT>
                    <a:lnB cap="flat" cmpd="sng" w="9525">
                      <a:solidFill>
                        <a:srgbClr val="EEF2F7"/>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lt1"/>
                        </a:buClr>
                        <a:buSzPts val="1500"/>
                        <a:buFont typeface="Calibri"/>
                        <a:buNone/>
                      </a:pPr>
                      <a:r>
                        <a:rPr b="1" lang="en-US" sz="1500" u="none" cap="none" strike="noStrike">
                          <a:solidFill>
                            <a:schemeClr val="lt1"/>
                          </a:solidFill>
                        </a:rPr>
                        <a:t>42</a:t>
                      </a:r>
                      <a:endParaRPr sz="1500" u="none" cap="none" strike="noStrike"/>
                    </a:p>
                  </a:txBody>
                  <a:tcPr marT="54875" marB="54875" marR="73150" marL="73150" anchor="ctr">
                    <a:lnL cap="flat" cmpd="sng" w="9525">
                      <a:solidFill>
                        <a:srgbClr val="EEF2F7"/>
                      </a:solidFill>
                      <a:prstDash val="solid"/>
                      <a:round/>
                      <a:headEnd len="sm" w="sm" type="none"/>
                      <a:tailEnd len="sm" w="sm" type="none"/>
                    </a:lnL>
                    <a:lnR cap="flat" cmpd="sng" w="9525">
                      <a:solidFill>
                        <a:srgbClr val="EEF2F7"/>
                      </a:solidFill>
                      <a:prstDash val="solid"/>
                      <a:round/>
                      <a:headEnd len="sm" w="sm" type="none"/>
                      <a:tailEnd len="sm" w="sm" type="none"/>
                    </a:lnR>
                    <a:lnT cap="flat" cmpd="sng" w="9525">
                      <a:solidFill>
                        <a:srgbClr val="EEF2F7"/>
                      </a:solidFill>
                      <a:prstDash val="solid"/>
                      <a:round/>
                      <a:headEnd len="sm" w="sm" type="none"/>
                      <a:tailEnd len="sm" w="sm" type="none"/>
                    </a:lnT>
                    <a:lnB cap="flat" cmpd="sng" w="9525">
                      <a:solidFill>
                        <a:srgbClr val="EEF2F7"/>
                      </a:solidFill>
                      <a:prstDash val="solid"/>
                      <a:round/>
                      <a:headEnd len="sm" w="sm" type="none"/>
                      <a:tailEnd len="sm" w="sm" type="none"/>
                    </a:lnB>
                    <a:solidFill>
                      <a:schemeClr val="accent1"/>
                    </a:solidFill>
                  </a:tcPr>
                </a:tc>
                <a:tc>
                  <a:txBody>
                    <a:bodyPr/>
                    <a:lstStyle/>
                    <a:p>
                      <a:pPr indent="0" lvl="0" marL="0" marR="0" rtl="0" algn="l">
                        <a:spcBef>
                          <a:spcPts val="0"/>
                        </a:spcBef>
                        <a:spcAft>
                          <a:spcPts val="0"/>
                        </a:spcAft>
                        <a:buClr>
                          <a:schemeClr val="dk1"/>
                        </a:buClr>
                        <a:buSzPts val="1400"/>
                        <a:buFont typeface="Calibri"/>
                        <a:buNone/>
                      </a:pPr>
                      <a:r>
                        <a:rPr lang="en-US" sz="1400" u="none" cap="none" strike="noStrike">
                          <a:solidFill>
                            <a:schemeClr val="dk1"/>
                          </a:solidFill>
                        </a:rPr>
                        <a:t>Análisis de potencia, asignación estratificada y métrica secundaria.</a:t>
                      </a:r>
                      <a:endParaRPr sz="1400" u="none" cap="none" strike="noStrike"/>
                    </a:p>
                  </a:txBody>
                  <a:tcPr marT="54875" marB="54875" marR="73150" marL="73150" anchor="ctr">
                    <a:lnL cap="flat" cmpd="sng" w="9525">
                      <a:solidFill>
                        <a:srgbClr val="EEF2F7"/>
                      </a:solidFill>
                      <a:prstDash val="solid"/>
                      <a:round/>
                      <a:headEnd len="sm" w="sm" type="none"/>
                      <a:tailEnd len="sm" w="sm" type="none"/>
                    </a:lnL>
                    <a:lnR cap="flat" cmpd="sng" w="9525">
                      <a:solidFill>
                        <a:srgbClr val="EEF2F7"/>
                      </a:solidFill>
                      <a:prstDash val="solid"/>
                      <a:round/>
                      <a:headEnd len="sm" w="sm" type="none"/>
                      <a:tailEnd len="sm" w="sm" type="none"/>
                    </a:lnR>
                    <a:lnT cap="flat" cmpd="sng" w="9525">
                      <a:solidFill>
                        <a:srgbClr val="EEF2F7"/>
                      </a:solidFill>
                      <a:prstDash val="solid"/>
                      <a:round/>
                      <a:headEnd len="sm" w="sm" type="none"/>
                      <a:tailEnd len="sm" w="sm" type="none"/>
                    </a:lnT>
                    <a:lnB cap="flat" cmpd="sng" w="9525">
                      <a:solidFill>
                        <a:srgbClr val="EEF2F7"/>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500"/>
                        <a:buFont typeface="Calibri"/>
                        <a:buNone/>
                      </a:pPr>
                      <a:r>
                        <a:rPr lang="en-US" sz="1500" u="none" cap="none" strike="noStrike">
                          <a:solidFill>
                            <a:schemeClr val="dk1"/>
                          </a:solidFill>
                        </a:rPr>
                        <a:t>5</a:t>
                      </a:r>
                      <a:endParaRPr sz="1500" u="none" cap="none" strike="noStrike"/>
                    </a:p>
                  </a:txBody>
                  <a:tcPr marT="54875" marB="54875" marR="73150" marL="73150" anchor="ctr">
                    <a:lnL cap="flat" cmpd="sng" w="9525">
                      <a:solidFill>
                        <a:srgbClr val="EEF2F7"/>
                      </a:solidFill>
                      <a:prstDash val="solid"/>
                      <a:round/>
                      <a:headEnd len="sm" w="sm" type="none"/>
                      <a:tailEnd len="sm" w="sm" type="none"/>
                    </a:lnL>
                    <a:lnR cap="flat" cmpd="sng" w="9525">
                      <a:solidFill>
                        <a:srgbClr val="EEF2F7"/>
                      </a:solidFill>
                      <a:prstDash val="solid"/>
                      <a:round/>
                      <a:headEnd len="sm" w="sm" type="none"/>
                      <a:tailEnd len="sm" w="sm" type="none"/>
                    </a:lnR>
                    <a:lnT cap="flat" cmpd="sng" w="9525">
                      <a:solidFill>
                        <a:srgbClr val="EEF2F7"/>
                      </a:solidFill>
                      <a:prstDash val="solid"/>
                      <a:round/>
                      <a:headEnd len="sm" w="sm" type="none"/>
                      <a:tailEnd len="sm" w="sm" type="none"/>
                    </a:lnT>
                    <a:lnB cap="flat" cmpd="sng" w="9525">
                      <a:solidFill>
                        <a:srgbClr val="EEF2F7"/>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500"/>
                        <a:buFont typeface="Calibri"/>
                        <a:buNone/>
                      </a:pPr>
                      <a:r>
                        <a:rPr lang="en-US" sz="1500" u="none" cap="none" strike="noStrike">
                          <a:solidFill>
                            <a:schemeClr val="dk1"/>
                          </a:solidFill>
                        </a:rPr>
                        <a:t>4</a:t>
                      </a:r>
                      <a:endParaRPr sz="1500" u="none" cap="none" strike="noStrike"/>
                    </a:p>
                  </a:txBody>
                  <a:tcPr marT="54875" marB="54875" marR="73150" marL="73150" anchor="ctr">
                    <a:lnL cap="flat" cmpd="sng" w="9525">
                      <a:solidFill>
                        <a:srgbClr val="EEF2F7"/>
                      </a:solidFill>
                      <a:prstDash val="solid"/>
                      <a:round/>
                      <a:headEnd len="sm" w="sm" type="none"/>
                      <a:tailEnd len="sm" w="sm" type="none"/>
                    </a:lnL>
                    <a:lnR cap="flat" cmpd="sng" w="9525">
                      <a:solidFill>
                        <a:srgbClr val="EEF2F7"/>
                      </a:solidFill>
                      <a:prstDash val="solid"/>
                      <a:round/>
                      <a:headEnd len="sm" w="sm" type="none"/>
                      <a:tailEnd len="sm" w="sm" type="none"/>
                    </a:lnR>
                    <a:lnT cap="flat" cmpd="sng" w="9525">
                      <a:solidFill>
                        <a:srgbClr val="EEF2F7"/>
                      </a:solidFill>
                      <a:prstDash val="solid"/>
                      <a:round/>
                      <a:headEnd len="sm" w="sm" type="none"/>
                      <a:tailEnd len="sm" w="sm" type="none"/>
                    </a:lnT>
                    <a:lnB cap="flat" cmpd="sng" w="9525">
                      <a:solidFill>
                        <a:srgbClr val="EEF2F7"/>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accent3"/>
                        </a:buClr>
                        <a:buSzPts val="1500"/>
                        <a:buFont typeface="Calibri"/>
                        <a:buNone/>
                      </a:pPr>
                      <a:r>
                        <a:rPr b="1" lang="en-US" sz="1500" u="none" cap="none" strike="noStrike">
                          <a:solidFill>
                            <a:schemeClr val="accent3"/>
                          </a:solidFill>
                        </a:rPr>
                        <a:t>20</a:t>
                      </a:r>
                      <a:endParaRPr sz="1500" u="none" cap="none" strike="noStrike"/>
                    </a:p>
                  </a:txBody>
                  <a:tcPr marT="54875" marB="54875" marR="73150" marL="73150" anchor="ctr">
                    <a:lnL cap="flat" cmpd="sng" w="9525">
                      <a:solidFill>
                        <a:srgbClr val="EEF2F7"/>
                      </a:solidFill>
                      <a:prstDash val="solid"/>
                      <a:round/>
                      <a:headEnd len="sm" w="sm" type="none"/>
                      <a:tailEnd len="sm" w="sm" type="none"/>
                    </a:lnL>
                    <a:lnR cap="flat" cmpd="sng" w="9525">
                      <a:solidFill>
                        <a:srgbClr val="EEF2F7"/>
                      </a:solidFill>
                      <a:prstDash val="solid"/>
                      <a:round/>
                      <a:headEnd len="sm" w="sm" type="none"/>
                      <a:tailEnd len="sm" w="sm" type="none"/>
                    </a:lnR>
                    <a:lnT cap="flat" cmpd="sng" w="9525">
                      <a:solidFill>
                        <a:srgbClr val="EEF2F7"/>
                      </a:solidFill>
                      <a:prstDash val="solid"/>
                      <a:round/>
                      <a:headEnd len="sm" w="sm" type="none"/>
                      <a:tailEnd len="sm" w="sm" type="none"/>
                    </a:lnT>
                    <a:lnB cap="flat" cmpd="sng" w="9525">
                      <a:solidFill>
                        <a:srgbClr val="EEF2F7"/>
                      </a:solidFill>
                      <a:prstDash val="solid"/>
                      <a:round/>
                      <a:headEnd len="sm" w="sm" type="none"/>
                      <a:tailEnd len="sm" w="sm" type="none"/>
                    </a:lnB>
                    <a:solidFill>
                      <a:schemeClr val="lt1"/>
                    </a:solidFill>
                  </a:tcPr>
                </a:tc>
              </a:tr>
              <a:tr h="457200">
                <a:tc>
                  <a:txBody>
                    <a:bodyPr/>
                    <a:lstStyle/>
                    <a:p>
                      <a:pPr indent="0" lvl="0" marL="0" marR="0" rtl="0" algn="ctr">
                        <a:spcBef>
                          <a:spcPts val="0"/>
                        </a:spcBef>
                        <a:spcAft>
                          <a:spcPts val="0"/>
                        </a:spcAft>
                        <a:buClr>
                          <a:schemeClr val="dk1"/>
                        </a:buClr>
                        <a:buSzPts val="1500"/>
                        <a:buFont typeface="Calibri"/>
                        <a:buNone/>
                      </a:pPr>
                      <a:r>
                        <a:rPr lang="en-US" sz="1500" u="none" cap="none" strike="noStrike">
                          <a:solidFill>
                            <a:schemeClr val="dk1"/>
                          </a:solidFill>
                        </a:rPr>
                        <a:t>6</a:t>
                      </a:r>
                      <a:endParaRPr sz="1500" u="none" cap="none" strike="noStrike"/>
                    </a:p>
                  </a:txBody>
                  <a:tcPr marT="54875" marB="54875" marR="73150" marL="73150" anchor="ctr">
                    <a:lnL cap="flat" cmpd="sng" w="9525">
                      <a:solidFill>
                        <a:srgbClr val="EEF2F7"/>
                      </a:solidFill>
                      <a:prstDash val="solid"/>
                      <a:round/>
                      <a:headEnd len="sm" w="sm" type="none"/>
                      <a:tailEnd len="sm" w="sm" type="none"/>
                    </a:lnL>
                    <a:lnR cap="flat" cmpd="sng" w="9525">
                      <a:solidFill>
                        <a:srgbClr val="EEF2F7"/>
                      </a:solidFill>
                      <a:prstDash val="solid"/>
                      <a:round/>
                      <a:headEnd len="sm" w="sm" type="none"/>
                      <a:tailEnd len="sm" w="sm" type="none"/>
                    </a:lnR>
                    <a:lnT cap="flat" cmpd="sng" w="9525">
                      <a:solidFill>
                        <a:srgbClr val="EEF2F7"/>
                      </a:solidFill>
                      <a:prstDash val="solid"/>
                      <a:round/>
                      <a:headEnd len="sm" w="sm" type="none"/>
                      <a:tailEnd len="sm" w="sm" type="none"/>
                    </a:lnT>
                    <a:lnB cap="flat" cmpd="sng" w="9525">
                      <a:solidFill>
                        <a:srgbClr val="EEF2F7"/>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Clr>
                          <a:schemeClr val="dk1"/>
                        </a:buClr>
                        <a:buSzPts val="1500"/>
                        <a:buFont typeface="Calibri"/>
                        <a:buNone/>
                      </a:pPr>
                      <a:r>
                        <a:rPr lang="en-US" sz="1500" u="none" cap="none" strike="noStrike">
                          <a:solidFill>
                            <a:schemeClr val="dk1"/>
                          </a:solidFill>
                        </a:rPr>
                        <a:t>Caída de la posición orgánica</a:t>
                      </a:r>
                      <a:endParaRPr sz="1500" u="none" cap="none" strike="noStrike"/>
                    </a:p>
                  </a:txBody>
                  <a:tcPr marT="54875" marB="54875" marR="73150" marL="73150" anchor="ctr">
                    <a:lnL cap="flat" cmpd="sng" w="9525">
                      <a:solidFill>
                        <a:srgbClr val="EEF2F7"/>
                      </a:solidFill>
                      <a:prstDash val="solid"/>
                      <a:round/>
                      <a:headEnd len="sm" w="sm" type="none"/>
                      <a:tailEnd len="sm" w="sm" type="none"/>
                    </a:lnL>
                    <a:lnR cap="flat" cmpd="sng" w="9525">
                      <a:solidFill>
                        <a:srgbClr val="EEF2F7"/>
                      </a:solidFill>
                      <a:prstDash val="solid"/>
                      <a:round/>
                      <a:headEnd len="sm" w="sm" type="none"/>
                      <a:tailEnd len="sm" w="sm" type="none"/>
                    </a:lnR>
                    <a:lnT cap="flat" cmpd="sng" w="9525">
                      <a:solidFill>
                        <a:srgbClr val="EEF2F7"/>
                      </a:solidFill>
                      <a:prstDash val="solid"/>
                      <a:round/>
                      <a:headEnd len="sm" w="sm" type="none"/>
                      <a:tailEnd len="sm" w="sm" type="none"/>
                    </a:lnT>
                    <a:lnB cap="flat" cmpd="sng" w="9525">
                      <a:solidFill>
                        <a:srgbClr val="EEF2F7"/>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Clr>
                          <a:schemeClr val="dk1"/>
                        </a:buClr>
                        <a:buSzPts val="1500"/>
                        <a:buFont typeface="Calibri"/>
                        <a:buNone/>
                      </a:pPr>
                      <a:r>
                        <a:rPr lang="en-US" sz="1500" u="none" cap="none" strike="noStrike">
                          <a:solidFill>
                            <a:schemeClr val="dk1"/>
                          </a:solidFill>
                        </a:rPr>
                        <a:t>7</a:t>
                      </a:r>
                      <a:endParaRPr sz="1500" u="none" cap="none" strike="noStrike"/>
                    </a:p>
                  </a:txBody>
                  <a:tcPr marT="54875" marB="54875" marR="73150" marL="73150" anchor="ctr">
                    <a:lnL cap="flat" cmpd="sng" w="9525">
                      <a:solidFill>
                        <a:srgbClr val="EEF2F7"/>
                      </a:solidFill>
                      <a:prstDash val="solid"/>
                      <a:round/>
                      <a:headEnd len="sm" w="sm" type="none"/>
                      <a:tailEnd len="sm" w="sm" type="none"/>
                    </a:lnL>
                    <a:lnR cap="flat" cmpd="sng" w="9525">
                      <a:solidFill>
                        <a:srgbClr val="EEF2F7"/>
                      </a:solidFill>
                      <a:prstDash val="solid"/>
                      <a:round/>
                      <a:headEnd len="sm" w="sm" type="none"/>
                      <a:tailEnd len="sm" w="sm" type="none"/>
                    </a:lnR>
                    <a:lnT cap="flat" cmpd="sng" w="9525">
                      <a:solidFill>
                        <a:srgbClr val="EEF2F7"/>
                      </a:solidFill>
                      <a:prstDash val="solid"/>
                      <a:round/>
                      <a:headEnd len="sm" w="sm" type="none"/>
                      <a:tailEnd len="sm" w="sm" type="none"/>
                    </a:lnT>
                    <a:lnB cap="flat" cmpd="sng" w="9525">
                      <a:solidFill>
                        <a:srgbClr val="EEF2F7"/>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Clr>
                          <a:schemeClr val="dk1"/>
                        </a:buClr>
                        <a:buSzPts val="1500"/>
                        <a:buFont typeface="Calibri"/>
                        <a:buNone/>
                      </a:pPr>
                      <a:r>
                        <a:rPr lang="en-US" sz="1500" u="none" cap="none" strike="noStrike">
                          <a:solidFill>
                            <a:schemeClr val="dk1"/>
                          </a:solidFill>
                        </a:rPr>
                        <a:t>3</a:t>
                      </a:r>
                      <a:endParaRPr sz="1500" u="none" cap="none" strike="noStrike"/>
                    </a:p>
                  </a:txBody>
                  <a:tcPr marT="54875" marB="54875" marR="73150" marL="73150" anchor="ctr">
                    <a:lnL cap="flat" cmpd="sng" w="9525">
                      <a:solidFill>
                        <a:srgbClr val="EEF2F7"/>
                      </a:solidFill>
                      <a:prstDash val="solid"/>
                      <a:round/>
                      <a:headEnd len="sm" w="sm" type="none"/>
                      <a:tailEnd len="sm" w="sm" type="none"/>
                    </a:lnL>
                    <a:lnR cap="flat" cmpd="sng" w="9525">
                      <a:solidFill>
                        <a:srgbClr val="EEF2F7"/>
                      </a:solidFill>
                      <a:prstDash val="solid"/>
                      <a:round/>
                      <a:headEnd len="sm" w="sm" type="none"/>
                      <a:tailEnd len="sm" w="sm" type="none"/>
                    </a:lnR>
                    <a:lnT cap="flat" cmpd="sng" w="9525">
                      <a:solidFill>
                        <a:srgbClr val="EEF2F7"/>
                      </a:solidFill>
                      <a:prstDash val="solid"/>
                      <a:round/>
                      <a:headEnd len="sm" w="sm" type="none"/>
                      <a:tailEnd len="sm" w="sm" type="none"/>
                    </a:lnT>
                    <a:lnB cap="flat" cmpd="sng" w="9525">
                      <a:solidFill>
                        <a:srgbClr val="EEF2F7"/>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Clr>
                          <a:schemeClr val="dk1"/>
                        </a:buClr>
                        <a:buSzPts val="1500"/>
                        <a:buFont typeface="Calibri"/>
                        <a:buNone/>
                      </a:pPr>
                      <a:r>
                        <a:rPr b="1" lang="en-US" sz="1500" u="none" cap="none" strike="noStrike">
                          <a:solidFill>
                            <a:schemeClr val="dk1"/>
                          </a:solidFill>
                        </a:rPr>
                        <a:t>21</a:t>
                      </a:r>
                      <a:endParaRPr sz="1500" u="none" cap="none" strike="noStrike"/>
                    </a:p>
                  </a:txBody>
                  <a:tcPr marT="54875" marB="54875" marR="73150" marL="73150" anchor="ctr">
                    <a:lnL cap="flat" cmpd="sng" w="9525">
                      <a:solidFill>
                        <a:srgbClr val="EEF2F7"/>
                      </a:solidFill>
                      <a:prstDash val="solid"/>
                      <a:round/>
                      <a:headEnd len="sm" w="sm" type="none"/>
                      <a:tailEnd len="sm" w="sm" type="none"/>
                    </a:lnL>
                    <a:lnR cap="flat" cmpd="sng" w="9525">
                      <a:solidFill>
                        <a:srgbClr val="EEF2F7"/>
                      </a:solidFill>
                      <a:prstDash val="solid"/>
                      <a:round/>
                      <a:headEnd len="sm" w="sm" type="none"/>
                      <a:tailEnd len="sm" w="sm" type="none"/>
                    </a:lnR>
                    <a:lnT cap="flat" cmpd="sng" w="9525">
                      <a:solidFill>
                        <a:srgbClr val="EEF2F7"/>
                      </a:solidFill>
                      <a:prstDash val="solid"/>
                      <a:round/>
                      <a:headEnd len="sm" w="sm" type="none"/>
                      <a:tailEnd len="sm" w="sm" type="none"/>
                    </a:lnT>
                    <a:lnB cap="flat" cmpd="sng" w="9525">
                      <a:solidFill>
                        <a:srgbClr val="EEF2F7"/>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Clr>
                          <a:schemeClr val="accent5"/>
                        </a:buClr>
                        <a:buSzPts val="1400"/>
                        <a:buFont typeface="Calibri"/>
                        <a:buNone/>
                      </a:pPr>
                      <a:r>
                        <a:rPr lang="en-US" sz="1400" u="none" cap="none" strike="noStrike">
                          <a:solidFill>
                            <a:schemeClr val="accent5"/>
                          </a:solidFill>
                        </a:rPr>
                        <a:t>Bajo el umbral: se registra la posición en cada ronda.</a:t>
                      </a:r>
                      <a:endParaRPr sz="1400" u="none" cap="none" strike="noStrike"/>
                    </a:p>
                  </a:txBody>
                  <a:tcPr marT="54875" marB="54875" marR="73150" marL="73150" anchor="ctr">
                    <a:lnL cap="flat" cmpd="sng" w="9525">
                      <a:solidFill>
                        <a:srgbClr val="EEF2F7"/>
                      </a:solidFill>
                      <a:prstDash val="solid"/>
                      <a:round/>
                      <a:headEnd len="sm" w="sm" type="none"/>
                      <a:tailEnd len="sm" w="sm" type="none"/>
                    </a:lnL>
                    <a:lnR cap="flat" cmpd="sng" w="9525">
                      <a:solidFill>
                        <a:srgbClr val="EEF2F7"/>
                      </a:solidFill>
                      <a:prstDash val="solid"/>
                      <a:round/>
                      <a:headEnd len="sm" w="sm" type="none"/>
                      <a:tailEnd len="sm" w="sm" type="none"/>
                    </a:lnR>
                    <a:lnT cap="flat" cmpd="sng" w="9525">
                      <a:solidFill>
                        <a:srgbClr val="EEF2F7"/>
                      </a:solidFill>
                      <a:prstDash val="solid"/>
                      <a:round/>
                      <a:headEnd len="sm" w="sm" type="none"/>
                      <a:tailEnd len="sm" w="sm" type="none"/>
                    </a:lnT>
                    <a:lnB cap="flat" cmpd="sng" w="9525">
                      <a:solidFill>
                        <a:srgbClr val="EEF2F7"/>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Clr>
                          <a:schemeClr val="dk1"/>
                        </a:buClr>
                        <a:buSzPts val="1500"/>
                        <a:buFont typeface="Calibri"/>
                        <a:buNone/>
                      </a:pPr>
                      <a:r>
                        <a:rPr lang="en-US" sz="1500" u="none" cap="none" strike="noStrike">
                          <a:solidFill>
                            <a:schemeClr val="dk1"/>
                          </a:solidFill>
                        </a:rPr>
                        <a:t>–</a:t>
                      </a:r>
                      <a:endParaRPr sz="1500" u="none" cap="none" strike="noStrike"/>
                    </a:p>
                  </a:txBody>
                  <a:tcPr marT="54875" marB="54875" marR="73150" marL="73150" anchor="ctr">
                    <a:lnL cap="flat" cmpd="sng" w="9525">
                      <a:solidFill>
                        <a:srgbClr val="EEF2F7"/>
                      </a:solidFill>
                      <a:prstDash val="solid"/>
                      <a:round/>
                      <a:headEnd len="sm" w="sm" type="none"/>
                      <a:tailEnd len="sm" w="sm" type="none"/>
                    </a:lnL>
                    <a:lnR cap="flat" cmpd="sng" w="9525">
                      <a:solidFill>
                        <a:srgbClr val="EEF2F7"/>
                      </a:solidFill>
                      <a:prstDash val="solid"/>
                      <a:round/>
                      <a:headEnd len="sm" w="sm" type="none"/>
                      <a:tailEnd len="sm" w="sm" type="none"/>
                    </a:lnR>
                    <a:lnT cap="flat" cmpd="sng" w="9525">
                      <a:solidFill>
                        <a:srgbClr val="EEF2F7"/>
                      </a:solidFill>
                      <a:prstDash val="solid"/>
                      <a:round/>
                      <a:headEnd len="sm" w="sm" type="none"/>
                      <a:tailEnd len="sm" w="sm" type="none"/>
                    </a:lnT>
                    <a:lnB cap="flat" cmpd="sng" w="9525">
                      <a:solidFill>
                        <a:srgbClr val="EEF2F7"/>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Clr>
                          <a:schemeClr val="dk1"/>
                        </a:buClr>
                        <a:buSzPts val="1500"/>
                        <a:buFont typeface="Calibri"/>
                        <a:buNone/>
                      </a:pPr>
                      <a:r>
                        <a:rPr lang="en-US" sz="1500" u="none" cap="none" strike="noStrike">
                          <a:solidFill>
                            <a:schemeClr val="dk1"/>
                          </a:solidFill>
                        </a:rPr>
                        <a:t>–</a:t>
                      </a:r>
                      <a:endParaRPr sz="1500" u="none" cap="none" strike="noStrike"/>
                    </a:p>
                  </a:txBody>
                  <a:tcPr marT="54875" marB="54875" marR="73150" marL="73150" anchor="ctr">
                    <a:lnL cap="flat" cmpd="sng" w="9525">
                      <a:solidFill>
                        <a:srgbClr val="EEF2F7"/>
                      </a:solidFill>
                      <a:prstDash val="solid"/>
                      <a:round/>
                      <a:headEnd len="sm" w="sm" type="none"/>
                      <a:tailEnd len="sm" w="sm" type="none"/>
                    </a:lnL>
                    <a:lnR cap="flat" cmpd="sng" w="9525">
                      <a:solidFill>
                        <a:srgbClr val="EEF2F7"/>
                      </a:solidFill>
                      <a:prstDash val="solid"/>
                      <a:round/>
                      <a:headEnd len="sm" w="sm" type="none"/>
                      <a:tailEnd len="sm" w="sm" type="none"/>
                    </a:lnR>
                    <a:lnT cap="flat" cmpd="sng" w="9525">
                      <a:solidFill>
                        <a:srgbClr val="EEF2F7"/>
                      </a:solidFill>
                      <a:prstDash val="solid"/>
                      <a:round/>
                      <a:headEnd len="sm" w="sm" type="none"/>
                      <a:tailEnd len="sm" w="sm" type="none"/>
                    </a:lnT>
                    <a:lnB cap="flat" cmpd="sng" w="9525">
                      <a:solidFill>
                        <a:srgbClr val="EEF2F7"/>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Clr>
                          <a:schemeClr val="accent3"/>
                        </a:buClr>
                        <a:buSzPts val="1500"/>
                        <a:buFont typeface="Calibri"/>
                        <a:buNone/>
                      </a:pPr>
                      <a:r>
                        <a:rPr b="1" lang="en-US" sz="1500" u="none" cap="none" strike="noStrike">
                          <a:solidFill>
                            <a:schemeClr val="accent3"/>
                          </a:solidFill>
                        </a:rPr>
                        <a:t>–</a:t>
                      </a:r>
                      <a:endParaRPr sz="1500" u="none" cap="none" strike="noStrike"/>
                    </a:p>
                  </a:txBody>
                  <a:tcPr marT="54875" marB="54875" marR="73150" marL="73150" anchor="ctr">
                    <a:lnL cap="flat" cmpd="sng" w="9525">
                      <a:solidFill>
                        <a:srgbClr val="EEF2F7"/>
                      </a:solidFill>
                      <a:prstDash val="solid"/>
                      <a:round/>
                      <a:headEnd len="sm" w="sm" type="none"/>
                      <a:tailEnd len="sm" w="sm" type="none"/>
                    </a:lnL>
                    <a:lnR cap="flat" cmpd="sng" w="9525">
                      <a:solidFill>
                        <a:srgbClr val="EEF2F7"/>
                      </a:solidFill>
                      <a:prstDash val="solid"/>
                      <a:round/>
                      <a:headEnd len="sm" w="sm" type="none"/>
                      <a:tailEnd len="sm" w="sm" type="none"/>
                    </a:lnR>
                    <a:lnT cap="flat" cmpd="sng" w="9525">
                      <a:solidFill>
                        <a:srgbClr val="EEF2F7"/>
                      </a:solidFill>
                      <a:prstDash val="solid"/>
                      <a:round/>
                      <a:headEnd len="sm" w="sm" type="none"/>
                      <a:tailEnd len="sm" w="sm" type="none"/>
                    </a:lnT>
                    <a:lnB cap="flat" cmpd="sng" w="9525">
                      <a:solidFill>
                        <a:srgbClr val="EEF2F7"/>
                      </a:solidFill>
                      <a:prstDash val="solid"/>
                      <a:round/>
                      <a:headEnd len="sm" w="sm" type="none"/>
                      <a:tailEnd len="sm" w="sm" type="none"/>
                    </a:lnB>
                    <a:solidFill>
                      <a:schemeClr val="lt2"/>
                    </a:solidFill>
                  </a:tcPr>
                </a:tc>
              </a:tr>
              <a:tr h="457200">
                <a:tc>
                  <a:txBody>
                    <a:bodyPr/>
                    <a:lstStyle/>
                    <a:p>
                      <a:pPr indent="0" lvl="0" marL="0" marR="0" rtl="0" algn="ctr">
                        <a:spcBef>
                          <a:spcPts val="0"/>
                        </a:spcBef>
                        <a:spcAft>
                          <a:spcPts val="0"/>
                        </a:spcAft>
                        <a:buClr>
                          <a:schemeClr val="dk1"/>
                        </a:buClr>
                        <a:buSzPts val="1500"/>
                        <a:buFont typeface="Calibri"/>
                        <a:buNone/>
                      </a:pPr>
                      <a:r>
                        <a:rPr lang="en-US" sz="1500" u="none" cap="none" strike="noStrike">
                          <a:solidFill>
                            <a:schemeClr val="dk1"/>
                          </a:solidFill>
                        </a:rPr>
                        <a:t>7</a:t>
                      </a:r>
                      <a:endParaRPr sz="1500" u="none" cap="none" strike="noStrike"/>
                    </a:p>
                  </a:txBody>
                  <a:tcPr marT="54875" marB="54875" marR="73150" marL="73150" anchor="ctr">
                    <a:lnL cap="flat" cmpd="sng" w="9525">
                      <a:solidFill>
                        <a:srgbClr val="EEF2F7"/>
                      </a:solidFill>
                      <a:prstDash val="solid"/>
                      <a:round/>
                      <a:headEnd len="sm" w="sm" type="none"/>
                      <a:tailEnd len="sm" w="sm" type="none"/>
                    </a:lnL>
                    <a:lnR cap="flat" cmpd="sng" w="9525">
                      <a:solidFill>
                        <a:srgbClr val="EEF2F7"/>
                      </a:solidFill>
                      <a:prstDash val="solid"/>
                      <a:round/>
                      <a:headEnd len="sm" w="sm" type="none"/>
                      <a:tailEnd len="sm" w="sm" type="none"/>
                    </a:lnR>
                    <a:lnT cap="flat" cmpd="sng" w="9525">
                      <a:solidFill>
                        <a:srgbClr val="EEF2F7"/>
                      </a:solidFill>
                      <a:prstDash val="solid"/>
                      <a:round/>
                      <a:headEnd len="sm" w="sm" type="none"/>
                      <a:tailEnd len="sm" w="sm" type="none"/>
                    </a:lnT>
                    <a:lnB cap="flat" cmpd="sng" w="9525">
                      <a:solidFill>
                        <a:srgbClr val="EEF2F7"/>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chemeClr val="dk1"/>
                        </a:buClr>
                        <a:buSzPts val="1500"/>
                        <a:buFont typeface="Calibri"/>
                        <a:buNone/>
                      </a:pPr>
                      <a:r>
                        <a:rPr lang="en-US" sz="1500" u="none" cap="none" strike="noStrike">
                          <a:solidFill>
                            <a:schemeClr val="dk1"/>
                          </a:solidFill>
                        </a:rPr>
                        <a:t>Retiro de la autorización de uso de los datos</a:t>
                      </a:r>
                      <a:endParaRPr sz="1500" u="none" cap="none" strike="noStrike"/>
                    </a:p>
                  </a:txBody>
                  <a:tcPr marT="54875" marB="54875" marR="73150" marL="73150" anchor="ctr">
                    <a:lnL cap="flat" cmpd="sng" w="9525">
                      <a:solidFill>
                        <a:srgbClr val="EEF2F7"/>
                      </a:solidFill>
                      <a:prstDash val="solid"/>
                      <a:round/>
                      <a:headEnd len="sm" w="sm" type="none"/>
                      <a:tailEnd len="sm" w="sm" type="none"/>
                    </a:lnL>
                    <a:lnR cap="flat" cmpd="sng" w="9525">
                      <a:solidFill>
                        <a:srgbClr val="EEF2F7"/>
                      </a:solidFill>
                      <a:prstDash val="solid"/>
                      <a:round/>
                      <a:headEnd len="sm" w="sm" type="none"/>
                      <a:tailEnd len="sm" w="sm" type="none"/>
                    </a:lnR>
                    <a:lnT cap="flat" cmpd="sng" w="9525">
                      <a:solidFill>
                        <a:srgbClr val="EEF2F7"/>
                      </a:solidFill>
                      <a:prstDash val="solid"/>
                      <a:round/>
                      <a:headEnd len="sm" w="sm" type="none"/>
                      <a:tailEnd len="sm" w="sm" type="none"/>
                    </a:lnT>
                    <a:lnB cap="flat" cmpd="sng" w="9525">
                      <a:solidFill>
                        <a:srgbClr val="EEF2F7"/>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500"/>
                        <a:buFont typeface="Calibri"/>
                        <a:buNone/>
                      </a:pPr>
                      <a:r>
                        <a:rPr lang="en-US" sz="1500" u="none" cap="none" strike="noStrike">
                          <a:solidFill>
                            <a:schemeClr val="dk1"/>
                          </a:solidFill>
                        </a:rPr>
                        <a:t>10</a:t>
                      </a:r>
                      <a:endParaRPr sz="1500" u="none" cap="none" strike="noStrike"/>
                    </a:p>
                  </a:txBody>
                  <a:tcPr marT="54875" marB="54875" marR="73150" marL="73150" anchor="ctr">
                    <a:lnL cap="flat" cmpd="sng" w="9525">
                      <a:solidFill>
                        <a:srgbClr val="EEF2F7"/>
                      </a:solidFill>
                      <a:prstDash val="solid"/>
                      <a:round/>
                      <a:headEnd len="sm" w="sm" type="none"/>
                      <a:tailEnd len="sm" w="sm" type="none"/>
                    </a:lnL>
                    <a:lnR cap="flat" cmpd="sng" w="9525">
                      <a:solidFill>
                        <a:srgbClr val="EEF2F7"/>
                      </a:solidFill>
                      <a:prstDash val="solid"/>
                      <a:round/>
                      <a:headEnd len="sm" w="sm" type="none"/>
                      <a:tailEnd len="sm" w="sm" type="none"/>
                    </a:lnR>
                    <a:lnT cap="flat" cmpd="sng" w="9525">
                      <a:solidFill>
                        <a:srgbClr val="EEF2F7"/>
                      </a:solidFill>
                      <a:prstDash val="solid"/>
                      <a:round/>
                      <a:headEnd len="sm" w="sm" type="none"/>
                      <a:tailEnd len="sm" w="sm" type="none"/>
                    </a:lnT>
                    <a:lnB cap="flat" cmpd="sng" w="9525">
                      <a:solidFill>
                        <a:srgbClr val="EEF2F7"/>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500"/>
                        <a:buFont typeface="Calibri"/>
                        <a:buNone/>
                      </a:pPr>
                      <a:r>
                        <a:rPr lang="en-US" sz="1500" u="none" cap="none" strike="noStrike">
                          <a:solidFill>
                            <a:schemeClr val="dk1"/>
                          </a:solidFill>
                        </a:rPr>
                        <a:t>2</a:t>
                      </a:r>
                      <a:endParaRPr sz="1500" u="none" cap="none" strike="noStrike"/>
                    </a:p>
                  </a:txBody>
                  <a:tcPr marT="54875" marB="54875" marR="73150" marL="73150" anchor="ctr">
                    <a:lnL cap="flat" cmpd="sng" w="9525">
                      <a:solidFill>
                        <a:srgbClr val="EEF2F7"/>
                      </a:solidFill>
                      <a:prstDash val="solid"/>
                      <a:round/>
                      <a:headEnd len="sm" w="sm" type="none"/>
                      <a:tailEnd len="sm" w="sm" type="none"/>
                    </a:lnL>
                    <a:lnR cap="flat" cmpd="sng" w="9525">
                      <a:solidFill>
                        <a:srgbClr val="EEF2F7"/>
                      </a:solidFill>
                      <a:prstDash val="solid"/>
                      <a:round/>
                      <a:headEnd len="sm" w="sm" type="none"/>
                      <a:tailEnd len="sm" w="sm" type="none"/>
                    </a:lnR>
                    <a:lnT cap="flat" cmpd="sng" w="9525">
                      <a:solidFill>
                        <a:srgbClr val="EEF2F7"/>
                      </a:solidFill>
                      <a:prstDash val="solid"/>
                      <a:round/>
                      <a:headEnd len="sm" w="sm" type="none"/>
                      <a:tailEnd len="sm" w="sm" type="none"/>
                    </a:lnT>
                    <a:lnB cap="flat" cmpd="sng" w="9525">
                      <a:solidFill>
                        <a:srgbClr val="EEF2F7"/>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500"/>
                        <a:buFont typeface="Calibri"/>
                        <a:buNone/>
                      </a:pPr>
                      <a:r>
                        <a:rPr b="1" lang="en-US" sz="1500" u="none" cap="none" strike="noStrike">
                          <a:solidFill>
                            <a:schemeClr val="dk1"/>
                          </a:solidFill>
                        </a:rPr>
                        <a:t>20</a:t>
                      </a:r>
                      <a:endParaRPr sz="1500" u="none" cap="none" strike="noStrike"/>
                    </a:p>
                  </a:txBody>
                  <a:tcPr marT="54875" marB="54875" marR="73150" marL="73150" anchor="ctr">
                    <a:lnL cap="flat" cmpd="sng" w="9525">
                      <a:solidFill>
                        <a:srgbClr val="EEF2F7"/>
                      </a:solidFill>
                      <a:prstDash val="solid"/>
                      <a:round/>
                      <a:headEnd len="sm" w="sm" type="none"/>
                      <a:tailEnd len="sm" w="sm" type="none"/>
                    </a:lnL>
                    <a:lnR cap="flat" cmpd="sng" w="9525">
                      <a:solidFill>
                        <a:srgbClr val="EEF2F7"/>
                      </a:solidFill>
                      <a:prstDash val="solid"/>
                      <a:round/>
                      <a:headEnd len="sm" w="sm" type="none"/>
                      <a:tailEnd len="sm" w="sm" type="none"/>
                    </a:lnR>
                    <a:lnT cap="flat" cmpd="sng" w="9525">
                      <a:solidFill>
                        <a:srgbClr val="EEF2F7"/>
                      </a:solidFill>
                      <a:prstDash val="solid"/>
                      <a:round/>
                      <a:headEnd len="sm" w="sm" type="none"/>
                      <a:tailEnd len="sm" w="sm" type="none"/>
                    </a:lnT>
                    <a:lnB cap="flat" cmpd="sng" w="9525">
                      <a:solidFill>
                        <a:srgbClr val="EEF2F7"/>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chemeClr val="accent5"/>
                        </a:buClr>
                        <a:buSzPts val="1400"/>
                        <a:buFont typeface="Calibri"/>
                        <a:buNone/>
                      </a:pPr>
                      <a:r>
                        <a:rPr lang="en-US" sz="1400" u="none" cap="none" strike="noStrike">
                          <a:solidFill>
                            <a:schemeClr val="accent5"/>
                          </a:solidFill>
                        </a:rPr>
                        <a:t>Bajo el umbral: autorización escrita de la editorial.</a:t>
                      </a:r>
                      <a:endParaRPr sz="1400" u="none" cap="none" strike="noStrike"/>
                    </a:p>
                  </a:txBody>
                  <a:tcPr marT="54875" marB="54875" marR="73150" marL="73150" anchor="ctr">
                    <a:lnL cap="flat" cmpd="sng" w="9525">
                      <a:solidFill>
                        <a:srgbClr val="EEF2F7"/>
                      </a:solidFill>
                      <a:prstDash val="solid"/>
                      <a:round/>
                      <a:headEnd len="sm" w="sm" type="none"/>
                      <a:tailEnd len="sm" w="sm" type="none"/>
                    </a:lnL>
                    <a:lnR cap="flat" cmpd="sng" w="9525">
                      <a:solidFill>
                        <a:srgbClr val="EEF2F7"/>
                      </a:solidFill>
                      <a:prstDash val="solid"/>
                      <a:round/>
                      <a:headEnd len="sm" w="sm" type="none"/>
                      <a:tailEnd len="sm" w="sm" type="none"/>
                    </a:lnR>
                    <a:lnT cap="flat" cmpd="sng" w="9525">
                      <a:solidFill>
                        <a:srgbClr val="EEF2F7"/>
                      </a:solidFill>
                      <a:prstDash val="solid"/>
                      <a:round/>
                      <a:headEnd len="sm" w="sm" type="none"/>
                      <a:tailEnd len="sm" w="sm" type="none"/>
                    </a:lnT>
                    <a:lnB cap="flat" cmpd="sng" w="9525">
                      <a:solidFill>
                        <a:srgbClr val="EEF2F7"/>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500"/>
                        <a:buFont typeface="Calibri"/>
                        <a:buNone/>
                      </a:pPr>
                      <a:r>
                        <a:rPr lang="en-US" sz="1500" u="none" cap="none" strike="noStrike">
                          <a:solidFill>
                            <a:schemeClr val="dk1"/>
                          </a:solidFill>
                        </a:rPr>
                        <a:t>–</a:t>
                      </a:r>
                      <a:endParaRPr sz="1500" u="none" cap="none" strike="noStrike"/>
                    </a:p>
                  </a:txBody>
                  <a:tcPr marT="54875" marB="54875" marR="73150" marL="73150" anchor="ctr">
                    <a:lnL cap="flat" cmpd="sng" w="9525">
                      <a:solidFill>
                        <a:srgbClr val="EEF2F7"/>
                      </a:solidFill>
                      <a:prstDash val="solid"/>
                      <a:round/>
                      <a:headEnd len="sm" w="sm" type="none"/>
                      <a:tailEnd len="sm" w="sm" type="none"/>
                    </a:lnL>
                    <a:lnR cap="flat" cmpd="sng" w="9525">
                      <a:solidFill>
                        <a:srgbClr val="EEF2F7"/>
                      </a:solidFill>
                      <a:prstDash val="solid"/>
                      <a:round/>
                      <a:headEnd len="sm" w="sm" type="none"/>
                      <a:tailEnd len="sm" w="sm" type="none"/>
                    </a:lnR>
                    <a:lnT cap="flat" cmpd="sng" w="9525">
                      <a:solidFill>
                        <a:srgbClr val="EEF2F7"/>
                      </a:solidFill>
                      <a:prstDash val="solid"/>
                      <a:round/>
                      <a:headEnd len="sm" w="sm" type="none"/>
                      <a:tailEnd len="sm" w="sm" type="none"/>
                    </a:lnT>
                    <a:lnB cap="flat" cmpd="sng" w="9525">
                      <a:solidFill>
                        <a:srgbClr val="EEF2F7"/>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500"/>
                        <a:buFont typeface="Calibri"/>
                        <a:buNone/>
                      </a:pPr>
                      <a:r>
                        <a:rPr lang="en-US" sz="1500" u="none" cap="none" strike="noStrike">
                          <a:solidFill>
                            <a:schemeClr val="dk1"/>
                          </a:solidFill>
                        </a:rPr>
                        <a:t>–</a:t>
                      </a:r>
                      <a:endParaRPr sz="1500" u="none" cap="none" strike="noStrike"/>
                    </a:p>
                  </a:txBody>
                  <a:tcPr marT="54875" marB="54875" marR="73150" marL="73150" anchor="ctr">
                    <a:lnL cap="flat" cmpd="sng" w="9525">
                      <a:solidFill>
                        <a:srgbClr val="EEF2F7"/>
                      </a:solidFill>
                      <a:prstDash val="solid"/>
                      <a:round/>
                      <a:headEnd len="sm" w="sm" type="none"/>
                      <a:tailEnd len="sm" w="sm" type="none"/>
                    </a:lnL>
                    <a:lnR cap="flat" cmpd="sng" w="9525">
                      <a:solidFill>
                        <a:srgbClr val="EEF2F7"/>
                      </a:solidFill>
                      <a:prstDash val="solid"/>
                      <a:round/>
                      <a:headEnd len="sm" w="sm" type="none"/>
                      <a:tailEnd len="sm" w="sm" type="none"/>
                    </a:lnR>
                    <a:lnT cap="flat" cmpd="sng" w="9525">
                      <a:solidFill>
                        <a:srgbClr val="EEF2F7"/>
                      </a:solidFill>
                      <a:prstDash val="solid"/>
                      <a:round/>
                      <a:headEnd len="sm" w="sm" type="none"/>
                      <a:tailEnd len="sm" w="sm" type="none"/>
                    </a:lnT>
                    <a:lnB cap="flat" cmpd="sng" w="9525">
                      <a:solidFill>
                        <a:srgbClr val="EEF2F7"/>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accent3"/>
                        </a:buClr>
                        <a:buSzPts val="1500"/>
                        <a:buFont typeface="Calibri"/>
                        <a:buNone/>
                      </a:pPr>
                      <a:r>
                        <a:rPr b="1" lang="en-US" sz="1500" u="none" cap="none" strike="noStrike">
                          <a:solidFill>
                            <a:schemeClr val="accent3"/>
                          </a:solidFill>
                        </a:rPr>
                        <a:t>–</a:t>
                      </a:r>
                      <a:endParaRPr sz="1500" u="none" cap="none" strike="noStrike"/>
                    </a:p>
                  </a:txBody>
                  <a:tcPr marT="54875" marB="54875" marR="73150" marL="73150" anchor="ctr">
                    <a:lnL cap="flat" cmpd="sng" w="9525">
                      <a:solidFill>
                        <a:srgbClr val="EEF2F7"/>
                      </a:solidFill>
                      <a:prstDash val="solid"/>
                      <a:round/>
                      <a:headEnd len="sm" w="sm" type="none"/>
                      <a:tailEnd len="sm" w="sm" type="none"/>
                    </a:lnL>
                    <a:lnR cap="flat" cmpd="sng" w="9525">
                      <a:solidFill>
                        <a:srgbClr val="EEF2F7"/>
                      </a:solidFill>
                      <a:prstDash val="solid"/>
                      <a:round/>
                      <a:headEnd len="sm" w="sm" type="none"/>
                      <a:tailEnd len="sm" w="sm" type="none"/>
                    </a:lnR>
                    <a:lnT cap="flat" cmpd="sng" w="9525">
                      <a:solidFill>
                        <a:srgbClr val="EEF2F7"/>
                      </a:solidFill>
                      <a:prstDash val="solid"/>
                      <a:round/>
                      <a:headEnd len="sm" w="sm" type="none"/>
                      <a:tailEnd len="sm" w="sm" type="none"/>
                    </a:lnT>
                    <a:lnB cap="flat" cmpd="sng" w="9525">
                      <a:solidFill>
                        <a:srgbClr val="EEF2F7"/>
                      </a:solidFill>
                      <a:prstDash val="solid"/>
                      <a:round/>
                      <a:headEnd len="sm" w="sm" type="none"/>
                      <a:tailEnd len="sm" w="sm" type="none"/>
                    </a:lnB>
                    <a:solidFill>
                      <a:schemeClr val="lt1"/>
                    </a:solidFill>
                  </a:tcPr>
                </a:tc>
              </a:tr>
            </a:tbl>
          </a:graphicData>
        </a:graphic>
      </p:graphicFrame>
      <p:sp>
        <p:nvSpPr>
          <p:cNvPr id="492" name="Google Shape;492;p14"/>
          <p:cNvSpPr txBox="1"/>
          <p:nvPr>
            <p:ph idx="4294967295" type="sldNum"/>
          </p:nvPr>
        </p:nvSpPr>
        <p:spPr>
          <a:xfrm>
            <a:off x="11183112" y="6382512"/>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fld id="{00000000-1234-1234-1234-123412341234}" type="slidenum">
              <a:rPr b="0" lang="en-US" sz="1200">
                <a:solidFill>
                  <a:schemeClr val="accent5"/>
                </a:solidFill>
                <a:latin typeface="Calibri"/>
                <a:ea typeface="Calibri"/>
                <a:cs typeface="Calibri"/>
                <a:sym typeface="Calibri"/>
              </a:rPr>
              <a:t>‹#›</a:t>
            </a:fld>
            <a:endParaRPr sz="1200">
              <a:solidFill>
                <a:schemeClr val="accent5"/>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h2b392ae850084d8a_0_127"/>
          <p:cNvSpPr txBox="1"/>
          <p:nvPr>
            <p:ph type="title"/>
          </p:nvPr>
        </p:nvSpPr>
        <p:spPr>
          <a:xfrm>
            <a:off x="548644" y="384050"/>
            <a:ext cx="4044900" cy="7314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chemeClr val="dk1"/>
              </a:buClr>
              <a:buSzPts val="3400"/>
              <a:buFont typeface="Cambria"/>
              <a:buNone/>
            </a:pPr>
            <a:r>
              <a:rPr b="1" lang="en-US" sz="3400">
                <a:solidFill>
                  <a:schemeClr val="dk1"/>
                </a:solidFill>
              </a:rPr>
              <a:t>Sprint retrospective</a:t>
            </a:r>
            <a:endParaRPr sz="3400"/>
          </a:p>
        </p:txBody>
      </p:sp>
      <p:graphicFrame>
        <p:nvGraphicFramePr>
          <p:cNvPr id="499" name="Google Shape;499;h2b392ae850084d8a_0_127"/>
          <p:cNvGraphicFramePr/>
          <p:nvPr/>
        </p:nvGraphicFramePr>
        <p:xfrm>
          <a:off x="548640" y="1290540"/>
          <a:ext cx="3000000" cy="3000000"/>
        </p:xfrm>
        <a:graphic>
          <a:graphicData uri="http://schemas.openxmlformats.org/drawingml/2006/table">
            <a:tbl>
              <a:tblPr>
                <a:noFill/>
                <a:tableStyleId>{586FFFD7-C6B3-41AA-9B67-DD135AE8490F}</a:tableStyleId>
              </a:tblPr>
              <a:tblGrid>
                <a:gridCol w="1307600"/>
                <a:gridCol w="1956825"/>
                <a:gridCol w="1956825"/>
                <a:gridCol w="1956825"/>
                <a:gridCol w="1956825"/>
                <a:gridCol w="1956825"/>
              </a:tblGrid>
              <a:tr h="50080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solidFill>
                            <a:srgbClr val="FFFFFF"/>
                          </a:solidFill>
                          <a:latin typeface="Calibri"/>
                          <a:ea typeface="Calibri"/>
                          <a:cs typeface="Calibri"/>
                          <a:sym typeface="Calibri"/>
                        </a:rPr>
                        <a:t>Sprint</a:t>
                      </a:r>
                      <a:endParaRPr sz="1400" u="none" cap="none" strike="noStrike">
                        <a:latin typeface="Calibri"/>
                        <a:ea typeface="Calibri"/>
                        <a:cs typeface="Calibri"/>
                        <a:sym typeface="Calibri"/>
                      </a:endParaRPr>
                    </a:p>
                  </a:txBody>
                  <a:tcPr marT="45725" marB="45725" marR="73150" marL="73150" anchor="ctr">
                    <a:lnL cap="flat" cmpd="sng" w="9525">
                      <a:solidFill>
                        <a:srgbClr val="D5DCE6"/>
                      </a:solidFill>
                      <a:prstDash val="solid"/>
                      <a:round/>
                      <a:headEnd len="sm" w="sm" type="none"/>
                      <a:tailEnd len="sm" w="sm" type="none"/>
                    </a:lnL>
                    <a:lnR cap="flat" cmpd="sng" w="9525">
                      <a:solidFill>
                        <a:srgbClr val="D5DCE6"/>
                      </a:solidFill>
                      <a:prstDash val="solid"/>
                      <a:round/>
                      <a:headEnd len="sm" w="sm" type="none"/>
                      <a:tailEnd len="sm" w="sm" type="none"/>
                    </a:lnR>
                    <a:lnT cap="flat" cmpd="sng" w="9525">
                      <a:solidFill>
                        <a:srgbClr val="D5DCE6"/>
                      </a:solidFill>
                      <a:prstDash val="solid"/>
                      <a:round/>
                      <a:headEnd len="sm" w="sm" type="none"/>
                      <a:tailEnd len="sm" w="sm" type="none"/>
                    </a:lnT>
                    <a:lnB cap="flat" cmpd="sng" w="9525">
                      <a:solidFill>
                        <a:srgbClr val="D5DCE6"/>
                      </a:solidFill>
                      <a:prstDash val="solid"/>
                      <a:round/>
                      <a:headEnd len="sm" w="sm" type="none"/>
                      <a:tailEnd len="sm" w="sm" type="none"/>
                    </a:lnB>
                    <a:solidFill>
                      <a:srgbClr val="1B2A4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solidFill>
                            <a:srgbClr val="FFFFFF"/>
                          </a:solidFill>
                          <a:latin typeface="Calibri"/>
                          <a:ea typeface="Calibri"/>
                          <a:cs typeface="Calibri"/>
                          <a:sym typeface="Calibri"/>
                        </a:rPr>
                        <a:t>¿Qué hacer más?</a:t>
                      </a:r>
                      <a:endParaRPr sz="1400" u="none" cap="none" strike="noStrike">
                        <a:latin typeface="Calibri"/>
                        <a:ea typeface="Calibri"/>
                        <a:cs typeface="Calibri"/>
                        <a:sym typeface="Calibri"/>
                      </a:endParaRPr>
                    </a:p>
                  </a:txBody>
                  <a:tcPr marT="45725" marB="45725" marR="73150" marL="73150" anchor="ctr">
                    <a:lnL cap="flat" cmpd="sng" w="9525">
                      <a:solidFill>
                        <a:srgbClr val="D5DCE6"/>
                      </a:solidFill>
                      <a:prstDash val="solid"/>
                      <a:round/>
                      <a:headEnd len="sm" w="sm" type="none"/>
                      <a:tailEnd len="sm" w="sm" type="none"/>
                    </a:lnL>
                    <a:lnR cap="flat" cmpd="sng" w="9525">
                      <a:solidFill>
                        <a:srgbClr val="D5DCE6"/>
                      </a:solidFill>
                      <a:prstDash val="solid"/>
                      <a:round/>
                      <a:headEnd len="sm" w="sm" type="none"/>
                      <a:tailEnd len="sm" w="sm" type="none"/>
                    </a:lnR>
                    <a:lnT cap="flat" cmpd="sng" w="9525">
                      <a:solidFill>
                        <a:srgbClr val="D5DCE6"/>
                      </a:solidFill>
                      <a:prstDash val="solid"/>
                      <a:round/>
                      <a:headEnd len="sm" w="sm" type="none"/>
                      <a:tailEnd len="sm" w="sm" type="none"/>
                    </a:lnT>
                    <a:lnB cap="flat" cmpd="sng" w="9525">
                      <a:solidFill>
                        <a:srgbClr val="D5DCE6"/>
                      </a:solidFill>
                      <a:prstDash val="solid"/>
                      <a:round/>
                      <a:headEnd len="sm" w="sm" type="none"/>
                      <a:tailEnd len="sm" w="sm" type="none"/>
                    </a:lnB>
                    <a:solidFill>
                      <a:srgbClr val="1B2A4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solidFill>
                            <a:srgbClr val="FFFFFF"/>
                          </a:solidFill>
                          <a:latin typeface="Calibri"/>
                          <a:ea typeface="Calibri"/>
                          <a:cs typeface="Calibri"/>
                          <a:sym typeface="Calibri"/>
                        </a:rPr>
                        <a:t>¿Qué hacer menos?</a:t>
                      </a:r>
                      <a:endParaRPr sz="1400" u="none" cap="none" strike="noStrike">
                        <a:latin typeface="Calibri"/>
                        <a:ea typeface="Calibri"/>
                        <a:cs typeface="Calibri"/>
                        <a:sym typeface="Calibri"/>
                      </a:endParaRPr>
                    </a:p>
                  </a:txBody>
                  <a:tcPr marT="45725" marB="45725" marR="73150" marL="73150" anchor="ctr">
                    <a:lnL cap="flat" cmpd="sng" w="9525">
                      <a:solidFill>
                        <a:srgbClr val="D5DCE6"/>
                      </a:solidFill>
                      <a:prstDash val="solid"/>
                      <a:round/>
                      <a:headEnd len="sm" w="sm" type="none"/>
                      <a:tailEnd len="sm" w="sm" type="none"/>
                    </a:lnL>
                    <a:lnR cap="flat" cmpd="sng" w="9525">
                      <a:solidFill>
                        <a:srgbClr val="D5DCE6"/>
                      </a:solidFill>
                      <a:prstDash val="solid"/>
                      <a:round/>
                      <a:headEnd len="sm" w="sm" type="none"/>
                      <a:tailEnd len="sm" w="sm" type="none"/>
                    </a:lnR>
                    <a:lnT cap="flat" cmpd="sng" w="9525">
                      <a:solidFill>
                        <a:srgbClr val="D5DCE6"/>
                      </a:solidFill>
                      <a:prstDash val="solid"/>
                      <a:round/>
                      <a:headEnd len="sm" w="sm" type="none"/>
                      <a:tailEnd len="sm" w="sm" type="none"/>
                    </a:lnT>
                    <a:lnB cap="flat" cmpd="sng" w="9525">
                      <a:solidFill>
                        <a:srgbClr val="D5DCE6"/>
                      </a:solidFill>
                      <a:prstDash val="solid"/>
                      <a:round/>
                      <a:headEnd len="sm" w="sm" type="none"/>
                      <a:tailEnd len="sm" w="sm" type="none"/>
                    </a:lnB>
                    <a:solidFill>
                      <a:srgbClr val="1B2A4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solidFill>
                            <a:srgbClr val="FFFFFF"/>
                          </a:solidFill>
                          <a:latin typeface="Calibri"/>
                          <a:ea typeface="Calibri"/>
                          <a:cs typeface="Calibri"/>
                          <a:sym typeface="Calibri"/>
                        </a:rPr>
                        <a:t>¿Qué mantener?</a:t>
                      </a:r>
                      <a:endParaRPr sz="1400" u="none" cap="none" strike="noStrike">
                        <a:latin typeface="Calibri"/>
                        <a:ea typeface="Calibri"/>
                        <a:cs typeface="Calibri"/>
                        <a:sym typeface="Calibri"/>
                      </a:endParaRPr>
                    </a:p>
                  </a:txBody>
                  <a:tcPr marT="45725" marB="45725" marR="73150" marL="73150" anchor="ctr">
                    <a:lnL cap="flat" cmpd="sng" w="9525">
                      <a:solidFill>
                        <a:srgbClr val="D5DCE6"/>
                      </a:solidFill>
                      <a:prstDash val="solid"/>
                      <a:round/>
                      <a:headEnd len="sm" w="sm" type="none"/>
                      <a:tailEnd len="sm" w="sm" type="none"/>
                    </a:lnL>
                    <a:lnR cap="flat" cmpd="sng" w="9525">
                      <a:solidFill>
                        <a:srgbClr val="D5DCE6"/>
                      </a:solidFill>
                      <a:prstDash val="solid"/>
                      <a:round/>
                      <a:headEnd len="sm" w="sm" type="none"/>
                      <a:tailEnd len="sm" w="sm" type="none"/>
                    </a:lnR>
                    <a:lnT cap="flat" cmpd="sng" w="9525">
                      <a:solidFill>
                        <a:srgbClr val="D5DCE6"/>
                      </a:solidFill>
                      <a:prstDash val="solid"/>
                      <a:round/>
                      <a:headEnd len="sm" w="sm" type="none"/>
                      <a:tailEnd len="sm" w="sm" type="none"/>
                    </a:lnT>
                    <a:lnB cap="flat" cmpd="sng" w="9525">
                      <a:solidFill>
                        <a:srgbClr val="D5DCE6"/>
                      </a:solidFill>
                      <a:prstDash val="solid"/>
                      <a:round/>
                      <a:headEnd len="sm" w="sm" type="none"/>
                      <a:tailEnd len="sm" w="sm" type="none"/>
                    </a:lnB>
                    <a:solidFill>
                      <a:srgbClr val="1B2A4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solidFill>
                            <a:srgbClr val="FFFFFF"/>
                          </a:solidFill>
                          <a:latin typeface="Calibri"/>
                          <a:ea typeface="Calibri"/>
                          <a:cs typeface="Calibri"/>
                          <a:sym typeface="Calibri"/>
                        </a:rPr>
                        <a:t>¿Qué empezar a hacer?</a:t>
                      </a:r>
                      <a:endParaRPr sz="1400" u="none" cap="none" strike="noStrike">
                        <a:latin typeface="Calibri"/>
                        <a:ea typeface="Calibri"/>
                        <a:cs typeface="Calibri"/>
                        <a:sym typeface="Calibri"/>
                      </a:endParaRPr>
                    </a:p>
                  </a:txBody>
                  <a:tcPr marT="45725" marB="45725" marR="73150" marL="73150" anchor="ctr">
                    <a:lnL cap="flat" cmpd="sng" w="9525">
                      <a:solidFill>
                        <a:srgbClr val="D5DCE6"/>
                      </a:solidFill>
                      <a:prstDash val="solid"/>
                      <a:round/>
                      <a:headEnd len="sm" w="sm" type="none"/>
                      <a:tailEnd len="sm" w="sm" type="none"/>
                    </a:lnL>
                    <a:lnR cap="flat" cmpd="sng" w="9525">
                      <a:solidFill>
                        <a:srgbClr val="D5DCE6"/>
                      </a:solidFill>
                      <a:prstDash val="solid"/>
                      <a:round/>
                      <a:headEnd len="sm" w="sm" type="none"/>
                      <a:tailEnd len="sm" w="sm" type="none"/>
                    </a:lnR>
                    <a:lnT cap="flat" cmpd="sng" w="9525">
                      <a:solidFill>
                        <a:srgbClr val="D5DCE6"/>
                      </a:solidFill>
                      <a:prstDash val="solid"/>
                      <a:round/>
                      <a:headEnd len="sm" w="sm" type="none"/>
                      <a:tailEnd len="sm" w="sm" type="none"/>
                    </a:lnT>
                    <a:lnB cap="flat" cmpd="sng" w="9525">
                      <a:solidFill>
                        <a:srgbClr val="D5DCE6"/>
                      </a:solidFill>
                      <a:prstDash val="solid"/>
                      <a:round/>
                      <a:headEnd len="sm" w="sm" type="none"/>
                      <a:tailEnd len="sm" w="sm" type="none"/>
                    </a:lnB>
                    <a:solidFill>
                      <a:srgbClr val="1B2A4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solidFill>
                            <a:srgbClr val="FFFFFF"/>
                          </a:solidFill>
                          <a:latin typeface="Calibri"/>
                          <a:ea typeface="Calibri"/>
                          <a:cs typeface="Calibri"/>
                          <a:sym typeface="Calibri"/>
                        </a:rPr>
                        <a:t>¿Qué dejar de hacer?</a:t>
                      </a:r>
                      <a:endParaRPr sz="1400" u="none" cap="none" strike="noStrike">
                        <a:latin typeface="Calibri"/>
                        <a:ea typeface="Calibri"/>
                        <a:cs typeface="Calibri"/>
                        <a:sym typeface="Calibri"/>
                      </a:endParaRPr>
                    </a:p>
                  </a:txBody>
                  <a:tcPr marT="45725" marB="45725" marR="73150" marL="73150" anchor="ctr">
                    <a:lnL cap="flat" cmpd="sng" w="9525">
                      <a:solidFill>
                        <a:srgbClr val="D5DCE6"/>
                      </a:solidFill>
                      <a:prstDash val="solid"/>
                      <a:round/>
                      <a:headEnd len="sm" w="sm" type="none"/>
                      <a:tailEnd len="sm" w="sm" type="none"/>
                    </a:lnL>
                    <a:lnR cap="flat" cmpd="sng" w="9525">
                      <a:solidFill>
                        <a:srgbClr val="D5DCE6"/>
                      </a:solidFill>
                      <a:prstDash val="solid"/>
                      <a:round/>
                      <a:headEnd len="sm" w="sm" type="none"/>
                      <a:tailEnd len="sm" w="sm" type="none"/>
                    </a:lnR>
                    <a:lnT cap="flat" cmpd="sng" w="9525">
                      <a:solidFill>
                        <a:srgbClr val="D5DCE6"/>
                      </a:solidFill>
                      <a:prstDash val="solid"/>
                      <a:round/>
                      <a:headEnd len="sm" w="sm" type="none"/>
                      <a:tailEnd len="sm" w="sm" type="none"/>
                    </a:lnT>
                    <a:lnB cap="flat" cmpd="sng" w="9525">
                      <a:solidFill>
                        <a:srgbClr val="D5DCE6"/>
                      </a:solidFill>
                      <a:prstDash val="solid"/>
                      <a:round/>
                      <a:headEnd len="sm" w="sm" type="none"/>
                      <a:tailEnd len="sm" w="sm" type="none"/>
                    </a:lnB>
                    <a:solidFill>
                      <a:srgbClr val="1B2A41"/>
                    </a:solidFill>
                  </a:tcPr>
                </a:tc>
              </a:tr>
              <a:tr h="82130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solidFill>
                            <a:srgbClr val="1B2A41"/>
                          </a:solidFill>
                          <a:latin typeface="Calibri"/>
                          <a:ea typeface="Calibri"/>
                          <a:cs typeface="Calibri"/>
                          <a:sym typeface="Calibri"/>
                        </a:rPr>
                        <a:t>Sprint 0</a:t>
                      </a:r>
                      <a:endParaRPr sz="13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00"/>
                        <a:buFont typeface="Arial"/>
                        <a:buNone/>
                      </a:pPr>
                      <a:r>
                        <a:rPr lang="en-US" sz="1200" u="none" cap="none" strike="noStrike">
                          <a:solidFill>
                            <a:srgbClr val="5C6B80"/>
                          </a:solidFill>
                          <a:latin typeface="Calibri"/>
                          <a:ea typeface="Calibri"/>
                          <a:cs typeface="Calibri"/>
                          <a:sym typeface="Calibri"/>
                        </a:rPr>
                        <a:t>no técnico</a:t>
                      </a:r>
                      <a:endParaRPr sz="1300" u="none" cap="none" strike="noStrike">
                        <a:latin typeface="Calibri"/>
                        <a:ea typeface="Calibri"/>
                        <a:cs typeface="Calibri"/>
                        <a:sym typeface="Calibri"/>
                      </a:endParaRPr>
                    </a:p>
                  </a:txBody>
                  <a:tcPr marT="45725" marB="45725" marR="73150" marL="73150" anchor="ctr">
                    <a:lnL cap="flat" cmpd="sng" w="9525">
                      <a:solidFill>
                        <a:srgbClr val="D5DCE6"/>
                      </a:solidFill>
                      <a:prstDash val="solid"/>
                      <a:round/>
                      <a:headEnd len="sm" w="sm" type="none"/>
                      <a:tailEnd len="sm" w="sm" type="none"/>
                    </a:lnL>
                    <a:lnR cap="flat" cmpd="sng" w="9525">
                      <a:solidFill>
                        <a:srgbClr val="D5DCE6"/>
                      </a:solidFill>
                      <a:prstDash val="solid"/>
                      <a:round/>
                      <a:headEnd len="sm" w="sm" type="none"/>
                      <a:tailEnd len="sm" w="sm" type="none"/>
                    </a:lnR>
                    <a:lnT cap="flat" cmpd="sng" w="9525">
                      <a:solidFill>
                        <a:srgbClr val="D5DCE6"/>
                      </a:solidFill>
                      <a:prstDash val="solid"/>
                      <a:round/>
                      <a:headEnd len="sm" w="sm" type="none"/>
                      <a:tailEnd len="sm" w="sm" type="none"/>
                    </a:lnT>
                    <a:lnB cap="flat" cmpd="sng" w="9525">
                      <a:solidFill>
                        <a:srgbClr val="D5DCE6"/>
                      </a:solidFill>
                      <a:prstDash val="solid"/>
                      <a:round/>
                      <a:headEnd len="sm" w="sm" type="none"/>
                      <a:tailEnd len="sm" w="sm" type="none"/>
                    </a:lnB>
                    <a:solidFill>
                      <a:srgbClr val="FCEBE3"/>
                    </a:solidFill>
                  </a:tcPr>
                </a:tc>
                <a:tc>
                  <a:txBody>
                    <a:bodyPr/>
                    <a:lstStyle/>
                    <a:p>
                      <a:pPr indent="0" lvl="0" marL="0" marR="0" rtl="0" algn="l">
                        <a:lnSpc>
                          <a:spcPct val="100000"/>
                        </a:lnSpc>
                        <a:spcBef>
                          <a:spcPts val="0"/>
                        </a:spcBef>
                        <a:spcAft>
                          <a:spcPts val="0"/>
                        </a:spcAft>
                        <a:buClr>
                          <a:srgbClr val="000000"/>
                        </a:buClr>
                        <a:buSzPts val="1300"/>
                        <a:buFont typeface="Arial"/>
                        <a:buNone/>
                      </a:pPr>
                      <a:r>
                        <a:rPr lang="en-US" sz="1300" u="none" cap="none" strike="noStrike">
                          <a:solidFill>
                            <a:srgbClr val="1B2A41"/>
                          </a:solidFill>
                          <a:latin typeface="Calibri"/>
                          <a:ea typeface="Calibri"/>
                          <a:cs typeface="Calibri"/>
                          <a:sym typeface="Calibri"/>
                        </a:rPr>
                        <a:t>Validaciones tempranas con el director y el codirector</a:t>
                      </a:r>
                      <a:endParaRPr sz="1300" u="none" cap="none" strike="noStrike">
                        <a:latin typeface="Calibri"/>
                        <a:ea typeface="Calibri"/>
                        <a:cs typeface="Calibri"/>
                        <a:sym typeface="Calibri"/>
                      </a:endParaRPr>
                    </a:p>
                  </a:txBody>
                  <a:tcPr marT="45725" marB="45725" marR="73150" marL="73150" anchor="ctr">
                    <a:lnL cap="flat" cmpd="sng" w="9525">
                      <a:solidFill>
                        <a:srgbClr val="D5DCE6"/>
                      </a:solidFill>
                      <a:prstDash val="solid"/>
                      <a:round/>
                      <a:headEnd len="sm" w="sm" type="none"/>
                      <a:tailEnd len="sm" w="sm" type="none"/>
                    </a:lnL>
                    <a:lnR cap="flat" cmpd="sng" w="9525">
                      <a:solidFill>
                        <a:srgbClr val="D5DCE6"/>
                      </a:solidFill>
                      <a:prstDash val="solid"/>
                      <a:round/>
                      <a:headEnd len="sm" w="sm" type="none"/>
                      <a:tailEnd len="sm" w="sm" type="none"/>
                    </a:lnR>
                    <a:lnT cap="flat" cmpd="sng" w="9525">
                      <a:solidFill>
                        <a:srgbClr val="D5DCE6"/>
                      </a:solidFill>
                      <a:prstDash val="solid"/>
                      <a:round/>
                      <a:headEnd len="sm" w="sm" type="none"/>
                      <a:tailEnd len="sm" w="sm" type="none"/>
                    </a:lnT>
                    <a:lnB cap="flat" cmpd="sng" w="9525">
                      <a:solidFill>
                        <a:srgbClr val="D5DCE6"/>
                      </a:solidFill>
                      <a:prstDash val="solid"/>
                      <a:round/>
                      <a:headEnd len="sm" w="sm" type="none"/>
                      <a:tailEnd len="sm" w="sm" type="none"/>
                    </a:lnB>
                    <a:solidFill>
                      <a:srgbClr val="FCEBE3"/>
                    </a:solidFill>
                  </a:tcPr>
                </a:tc>
                <a:tc>
                  <a:txBody>
                    <a:bodyPr/>
                    <a:lstStyle/>
                    <a:p>
                      <a:pPr indent="0" lvl="0" marL="0" marR="0" rtl="0" algn="l">
                        <a:lnSpc>
                          <a:spcPct val="100000"/>
                        </a:lnSpc>
                        <a:spcBef>
                          <a:spcPts val="0"/>
                        </a:spcBef>
                        <a:spcAft>
                          <a:spcPts val="0"/>
                        </a:spcAft>
                        <a:buClr>
                          <a:srgbClr val="000000"/>
                        </a:buClr>
                        <a:buSzPts val="1300"/>
                        <a:buFont typeface="Arial"/>
                        <a:buNone/>
                      </a:pPr>
                      <a:r>
                        <a:rPr lang="en-US" sz="1300" u="none" cap="none" strike="noStrike">
                          <a:solidFill>
                            <a:srgbClr val="1B2A41"/>
                          </a:solidFill>
                          <a:latin typeface="Calibri"/>
                          <a:ea typeface="Calibri"/>
                          <a:cs typeface="Calibri"/>
                          <a:sym typeface="Calibri"/>
                        </a:rPr>
                        <a:t>Reescrituras completas por cambios de enfoque</a:t>
                      </a:r>
                      <a:endParaRPr sz="1300" u="none" cap="none" strike="noStrike">
                        <a:latin typeface="Calibri"/>
                        <a:ea typeface="Calibri"/>
                        <a:cs typeface="Calibri"/>
                        <a:sym typeface="Calibri"/>
                      </a:endParaRPr>
                    </a:p>
                  </a:txBody>
                  <a:tcPr marT="45725" marB="45725" marR="73150" marL="73150" anchor="ctr">
                    <a:lnL cap="flat" cmpd="sng" w="9525">
                      <a:solidFill>
                        <a:srgbClr val="D5DCE6"/>
                      </a:solidFill>
                      <a:prstDash val="solid"/>
                      <a:round/>
                      <a:headEnd len="sm" w="sm" type="none"/>
                      <a:tailEnd len="sm" w="sm" type="none"/>
                    </a:lnL>
                    <a:lnR cap="flat" cmpd="sng" w="9525">
                      <a:solidFill>
                        <a:srgbClr val="D5DCE6"/>
                      </a:solidFill>
                      <a:prstDash val="solid"/>
                      <a:round/>
                      <a:headEnd len="sm" w="sm" type="none"/>
                      <a:tailEnd len="sm" w="sm" type="none"/>
                    </a:lnR>
                    <a:lnT cap="flat" cmpd="sng" w="9525">
                      <a:solidFill>
                        <a:srgbClr val="D5DCE6"/>
                      </a:solidFill>
                      <a:prstDash val="solid"/>
                      <a:round/>
                      <a:headEnd len="sm" w="sm" type="none"/>
                      <a:tailEnd len="sm" w="sm" type="none"/>
                    </a:lnT>
                    <a:lnB cap="flat" cmpd="sng" w="9525">
                      <a:solidFill>
                        <a:srgbClr val="D5DCE6"/>
                      </a:solidFill>
                      <a:prstDash val="solid"/>
                      <a:round/>
                      <a:headEnd len="sm" w="sm" type="none"/>
                      <a:tailEnd len="sm" w="sm" type="none"/>
                    </a:lnB>
                    <a:solidFill>
                      <a:srgbClr val="FCEBE3"/>
                    </a:solidFill>
                  </a:tcPr>
                </a:tc>
                <a:tc>
                  <a:txBody>
                    <a:bodyPr/>
                    <a:lstStyle/>
                    <a:p>
                      <a:pPr indent="0" lvl="0" marL="0" marR="0" rtl="0" algn="l">
                        <a:lnSpc>
                          <a:spcPct val="100000"/>
                        </a:lnSpc>
                        <a:spcBef>
                          <a:spcPts val="0"/>
                        </a:spcBef>
                        <a:spcAft>
                          <a:spcPts val="0"/>
                        </a:spcAft>
                        <a:buClr>
                          <a:srgbClr val="000000"/>
                        </a:buClr>
                        <a:buSzPts val="1300"/>
                        <a:buFont typeface="Arial"/>
                        <a:buNone/>
                      </a:pPr>
                      <a:r>
                        <a:rPr lang="en-US" sz="1300" u="none" cap="none" strike="noStrike">
                          <a:solidFill>
                            <a:srgbClr val="1B2A41"/>
                          </a:solidFill>
                          <a:latin typeface="Calibri"/>
                          <a:ea typeface="Calibri"/>
                          <a:cs typeface="Calibri"/>
                          <a:sym typeface="Calibri"/>
                        </a:rPr>
                        <a:t>Revisión de la redacción con la guía del taller gramatical</a:t>
                      </a:r>
                      <a:endParaRPr sz="1300" u="none" cap="none" strike="noStrike">
                        <a:latin typeface="Calibri"/>
                        <a:ea typeface="Calibri"/>
                        <a:cs typeface="Calibri"/>
                        <a:sym typeface="Calibri"/>
                      </a:endParaRPr>
                    </a:p>
                  </a:txBody>
                  <a:tcPr marT="45725" marB="45725" marR="73150" marL="73150" anchor="ctr">
                    <a:lnL cap="flat" cmpd="sng" w="9525">
                      <a:solidFill>
                        <a:srgbClr val="D5DCE6"/>
                      </a:solidFill>
                      <a:prstDash val="solid"/>
                      <a:round/>
                      <a:headEnd len="sm" w="sm" type="none"/>
                      <a:tailEnd len="sm" w="sm" type="none"/>
                    </a:lnL>
                    <a:lnR cap="flat" cmpd="sng" w="9525">
                      <a:solidFill>
                        <a:srgbClr val="D5DCE6"/>
                      </a:solidFill>
                      <a:prstDash val="solid"/>
                      <a:round/>
                      <a:headEnd len="sm" w="sm" type="none"/>
                      <a:tailEnd len="sm" w="sm" type="none"/>
                    </a:lnR>
                    <a:lnT cap="flat" cmpd="sng" w="9525">
                      <a:solidFill>
                        <a:srgbClr val="D5DCE6"/>
                      </a:solidFill>
                      <a:prstDash val="solid"/>
                      <a:round/>
                      <a:headEnd len="sm" w="sm" type="none"/>
                      <a:tailEnd len="sm" w="sm" type="none"/>
                    </a:lnT>
                    <a:lnB cap="flat" cmpd="sng" w="9525">
                      <a:solidFill>
                        <a:srgbClr val="D5DCE6"/>
                      </a:solidFill>
                      <a:prstDash val="solid"/>
                      <a:round/>
                      <a:headEnd len="sm" w="sm" type="none"/>
                      <a:tailEnd len="sm" w="sm" type="none"/>
                    </a:lnB>
                    <a:solidFill>
                      <a:srgbClr val="FCEBE3"/>
                    </a:solidFill>
                  </a:tcPr>
                </a:tc>
                <a:tc>
                  <a:txBody>
                    <a:bodyPr/>
                    <a:lstStyle/>
                    <a:p>
                      <a:pPr indent="0" lvl="0" marL="0" marR="0" rtl="0" algn="l">
                        <a:lnSpc>
                          <a:spcPct val="100000"/>
                        </a:lnSpc>
                        <a:spcBef>
                          <a:spcPts val="0"/>
                        </a:spcBef>
                        <a:spcAft>
                          <a:spcPts val="0"/>
                        </a:spcAft>
                        <a:buClr>
                          <a:srgbClr val="000000"/>
                        </a:buClr>
                        <a:buSzPts val="1300"/>
                        <a:buFont typeface="Arial"/>
                        <a:buNone/>
                      </a:pPr>
                      <a:r>
                        <a:rPr lang="en-US" sz="1300" u="none" cap="none" strike="noStrike">
                          <a:solidFill>
                            <a:srgbClr val="1B2A41"/>
                          </a:solidFill>
                          <a:latin typeface="Calibri"/>
                          <a:ea typeface="Calibri"/>
                          <a:cs typeface="Calibri"/>
                          <a:sym typeface="Calibri"/>
                        </a:rPr>
                        <a:t>Registrar cada decisión y su motivo</a:t>
                      </a:r>
                      <a:endParaRPr sz="1300" u="none" cap="none" strike="noStrike">
                        <a:latin typeface="Calibri"/>
                        <a:ea typeface="Calibri"/>
                        <a:cs typeface="Calibri"/>
                        <a:sym typeface="Calibri"/>
                      </a:endParaRPr>
                    </a:p>
                  </a:txBody>
                  <a:tcPr marT="45725" marB="45725" marR="73150" marL="73150" anchor="ctr">
                    <a:lnL cap="flat" cmpd="sng" w="9525">
                      <a:solidFill>
                        <a:srgbClr val="D5DCE6"/>
                      </a:solidFill>
                      <a:prstDash val="solid"/>
                      <a:round/>
                      <a:headEnd len="sm" w="sm" type="none"/>
                      <a:tailEnd len="sm" w="sm" type="none"/>
                    </a:lnL>
                    <a:lnR cap="flat" cmpd="sng" w="9525">
                      <a:solidFill>
                        <a:srgbClr val="D5DCE6"/>
                      </a:solidFill>
                      <a:prstDash val="solid"/>
                      <a:round/>
                      <a:headEnd len="sm" w="sm" type="none"/>
                      <a:tailEnd len="sm" w="sm" type="none"/>
                    </a:lnR>
                    <a:lnT cap="flat" cmpd="sng" w="9525">
                      <a:solidFill>
                        <a:srgbClr val="D5DCE6"/>
                      </a:solidFill>
                      <a:prstDash val="solid"/>
                      <a:round/>
                      <a:headEnd len="sm" w="sm" type="none"/>
                      <a:tailEnd len="sm" w="sm" type="none"/>
                    </a:lnT>
                    <a:lnB cap="flat" cmpd="sng" w="9525">
                      <a:solidFill>
                        <a:srgbClr val="D5DCE6"/>
                      </a:solidFill>
                      <a:prstDash val="solid"/>
                      <a:round/>
                      <a:headEnd len="sm" w="sm" type="none"/>
                      <a:tailEnd len="sm" w="sm" type="none"/>
                    </a:lnB>
                    <a:solidFill>
                      <a:srgbClr val="FCEBE3"/>
                    </a:solidFill>
                  </a:tcPr>
                </a:tc>
                <a:tc>
                  <a:txBody>
                    <a:bodyPr/>
                    <a:lstStyle/>
                    <a:p>
                      <a:pPr indent="0" lvl="0" marL="0" marR="0" rtl="0" algn="l">
                        <a:lnSpc>
                          <a:spcPct val="100000"/>
                        </a:lnSpc>
                        <a:spcBef>
                          <a:spcPts val="0"/>
                        </a:spcBef>
                        <a:spcAft>
                          <a:spcPts val="0"/>
                        </a:spcAft>
                        <a:buClr>
                          <a:srgbClr val="000000"/>
                        </a:buClr>
                        <a:buSzPts val="1300"/>
                        <a:buFont typeface="Arial"/>
                        <a:buNone/>
                      </a:pPr>
                      <a:r>
                        <a:rPr lang="en-US" sz="1300" u="none" cap="none" strike="noStrike">
                          <a:solidFill>
                            <a:srgbClr val="1B2A41"/>
                          </a:solidFill>
                          <a:latin typeface="Calibri"/>
                          <a:ea typeface="Calibri"/>
                          <a:cs typeface="Calibri"/>
                          <a:sym typeface="Calibri"/>
                        </a:rPr>
                        <a:t>Postergar la estimación de horas hasta el final del plan</a:t>
                      </a:r>
                      <a:endParaRPr sz="1300" u="none" cap="none" strike="noStrike">
                        <a:latin typeface="Calibri"/>
                        <a:ea typeface="Calibri"/>
                        <a:cs typeface="Calibri"/>
                        <a:sym typeface="Calibri"/>
                      </a:endParaRPr>
                    </a:p>
                  </a:txBody>
                  <a:tcPr marT="45725" marB="45725" marR="73150" marL="73150" anchor="ctr">
                    <a:lnL cap="flat" cmpd="sng" w="9525">
                      <a:solidFill>
                        <a:srgbClr val="D5DCE6"/>
                      </a:solidFill>
                      <a:prstDash val="solid"/>
                      <a:round/>
                      <a:headEnd len="sm" w="sm" type="none"/>
                      <a:tailEnd len="sm" w="sm" type="none"/>
                    </a:lnL>
                    <a:lnR cap="flat" cmpd="sng" w="9525">
                      <a:solidFill>
                        <a:srgbClr val="D5DCE6"/>
                      </a:solidFill>
                      <a:prstDash val="solid"/>
                      <a:round/>
                      <a:headEnd len="sm" w="sm" type="none"/>
                      <a:tailEnd len="sm" w="sm" type="none"/>
                    </a:lnR>
                    <a:lnT cap="flat" cmpd="sng" w="9525">
                      <a:solidFill>
                        <a:srgbClr val="D5DCE6"/>
                      </a:solidFill>
                      <a:prstDash val="solid"/>
                      <a:round/>
                      <a:headEnd len="sm" w="sm" type="none"/>
                      <a:tailEnd len="sm" w="sm" type="none"/>
                    </a:lnT>
                    <a:lnB cap="flat" cmpd="sng" w="9525">
                      <a:solidFill>
                        <a:srgbClr val="D5DCE6"/>
                      </a:solidFill>
                      <a:prstDash val="solid"/>
                      <a:round/>
                      <a:headEnd len="sm" w="sm" type="none"/>
                      <a:tailEnd len="sm" w="sm" type="none"/>
                    </a:lnB>
                    <a:solidFill>
                      <a:srgbClr val="FCEBE3"/>
                    </a:solidFill>
                  </a:tcPr>
                </a:tc>
              </a:tr>
              <a:tr h="82130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solidFill>
                            <a:srgbClr val="1B2A41"/>
                          </a:solidFill>
                          <a:latin typeface="Calibri"/>
                          <a:ea typeface="Calibri"/>
                          <a:cs typeface="Calibri"/>
                          <a:sym typeface="Calibri"/>
                        </a:rPr>
                        <a:t>Sprint 1</a:t>
                      </a:r>
                      <a:endParaRPr sz="13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00"/>
                        <a:buFont typeface="Arial"/>
                        <a:buNone/>
                      </a:pPr>
                      <a:r>
                        <a:rPr lang="en-US" sz="1200" u="none" cap="none" strike="noStrike">
                          <a:solidFill>
                            <a:srgbClr val="5C6B80"/>
                          </a:solidFill>
                          <a:latin typeface="Calibri"/>
                          <a:ea typeface="Calibri"/>
                          <a:cs typeface="Calibri"/>
                          <a:sym typeface="Calibri"/>
                        </a:rPr>
                        <a:t>técnico</a:t>
                      </a:r>
                      <a:endParaRPr sz="1300" u="none" cap="none" strike="noStrike">
                        <a:latin typeface="Calibri"/>
                        <a:ea typeface="Calibri"/>
                        <a:cs typeface="Calibri"/>
                        <a:sym typeface="Calibri"/>
                      </a:endParaRPr>
                    </a:p>
                  </a:txBody>
                  <a:tcPr marT="45725" marB="45725" marR="73150" marL="73150" anchor="ctr">
                    <a:lnL cap="flat" cmpd="sng" w="9525">
                      <a:solidFill>
                        <a:srgbClr val="D5DCE6"/>
                      </a:solidFill>
                      <a:prstDash val="solid"/>
                      <a:round/>
                      <a:headEnd len="sm" w="sm" type="none"/>
                      <a:tailEnd len="sm" w="sm" type="none"/>
                    </a:lnL>
                    <a:lnR cap="flat" cmpd="sng" w="9525">
                      <a:solidFill>
                        <a:srgbClr val="D5DCE6"/>
                      </a:solidFill>
                      <a:prstDash val="solid"/>
                      <a:round/>
                      <a:headEnd len="sm" w="sm" type="none"/>
                      <a:tailEnd len="sm" w="sm" type="none"/>
                    </a:lnR>
                    <a:lnT cap="flat" cmpd="sng" w="9525">
                      <a:solidFill>
                        <a:srgbClr val="D5DCE6"/>
                      </a:solidFill>
                      <a:prstDash val="solid"/>
                      <a:round/>
                      <a:headEnd len="sm" w="sm" type="none"/>
                      <a:tailEnd len="sm" w="sm" type="none"/>
                    </a:lnT>
                    <a:lnB cap="flat" cmpd="sng" w="9525">
                      <a:solidFill>
                        <a:srgbClr val="D5DCE6"/>
                      </a:solidFill>
                      <a:prstDash val="solid"/>
                      <a:round/>
                      <a:headEnd len="sm" w="sm" type="none"/>
                      <a:tailEnd len="sm" w="sm" type="none"/>
                    </a:lnB>
                    <a:solidFill>
                      <a:srgbClr val="EEF2F7"/>
                    </a:solidFill>
                  </a:tcPr>
                </a:tc>
                <a:tc>
                  <a:txBody>
                    <a:bodyPr/>
                    <a:lstStyle/>
                    <a:p>
                      <a:pPr indent="0" lvl="0" marL="0" marR="0" rtl="0" algn="l">
                        <a:lnSpc>
                          <a:spcPct val="100000"/>
                        </a:lnSpc>
                        <a:spcBef>
                          <a:spcPts val="0"/>
                        </a:spcBef>
                        <a:spcAft>
                          <a:spcPts val="0"/>
                        </a:spcAft>
                        <a:buClr>
                          <a:srgbClr val="000000"/>
                        </a:buClr>
                        <a:buSzPts val="1300"/>
                        <a:buFont typeface="Arial"/>
                        <a:buNone/>
                      </a:pPr>
                      <a:r>
                        <a:rPr lang="en-US" sz="1300" u="none" cap="none" strike="noStrike">
                          <a:solidFill>
                            <a:srgbClr val="1B2A41"/>
                          </a:solidFill>
                          <a:latin typeface="Calibri"/>
                          <a:ea typeface="Calibri"/>
                          <a:cs typeface="Calibri"/>
                          <a:sym typeface="Calibri"/>
                        </a:rPr>
                        <a:t>Pruebas de las consultas sobre muestras pequeñas</a:t>
                      </a:r>
                      <a:endParaRPr sz="1300" u="none" cap="none" strike="noStrike">
                        <a:latin typeface="Calibri"/>
                        <a:ea typeface="Calibri"/>
                        <a:cs typeface="Calibri"/>
                        <a:sym typeface="Calibri"/>
                      </a:endParaRPr>
                    </a:p>
                  </a:txBody>
                  <a:tcPr marT="45725" marB="45725" marR="73150" marL="73150" anchor="ctr">
                    <a:lnL cap="flat" cmpd="sng" w="9525">
                      <a:solidFill>
                        <a:srgbClr val="D5DCE6"/>
                      </a:solidFill>
                      <a:prstDash val="solid"/>
                      <a:round/>
                      <a:headEnd len="sm" w="sm" type="none"/>
                      <a:tailEnd len="sm" w="sm" type="none"/>
                    </a:lnL>
                    <a:lnR cap="flat" cmpd="sng" w="9525">
                      <a:solidFill>
                        <a:srgbClr val="D5DCE6"/>
                      </a:solidFill>
                      <a:prstDash val="solid"/>
                      <a:round/>
                      <a:headEnd len="sm" w="sm" type="none"/>
                      <a:tailEnd len="sm" w="sm" type="none"/>
                    </a:lnR>
                    <a:lnT cap="flat" cmpd="sng" w="9525">
                      <a:solidFill>
                        <a:srgbClr val="D5DCE6"/>
                      </a:solidFill>
                      <a:prstDash val="solid"/>
                      <a:round/>
                      <a:headEnd len="sm" w="sm" type="none"/>
                      <a:tailEnd len="sm" w="sm" type="none"/>
                    </a:lnT>
                    <a:lnB cap="flat" cmpd="sng" w="9525">
                      <a:solidFill>
                        <a:srgbClr val="D5DCE6"/>
                      </a:solidFill>
                      <a:prstDash val="solid"/>
                      <a:round/>
                      <a:headEnd len="sm" w="sm" type="none"/>
                      <a:tailEnd len="sm" w="sm" type="none"/>
                    </a:lnB>
                    <a:solidFill>
                      <a:srgbClr val="EEF2F7"/>
                    </a:solidFill>
                  </a:tcPr>
                </a:tc>
                <a:tc>
                  <a:txBody>
                    <a:bodyPr/>
                    <a:lstStyle/>
                    <a:p>
                      <a:pPr indent="0" lvl="0" marL="0" marR="0" rtl="0" algn="l">
                        <a:lnSpc>
                          <a:spcPct val="100000"/>
                        </a:lnSpc>
                        <a:spcBef>
                          <a:spcPts val="0"/>
                        </a:spcBef>
                        <a:spcAft>
                          <a:spcPts val="0"/>
                        </a:spcAft>
                        <a:buClr>
                          <a:srgbClr val="000000"/>
                        </a:buClr>
                        <a:buSzPts val="1300"/>
                        <a:buFont typeface="Arial"/>
                        <a:buNone/>
                      </a:pPr>
                      <a:r>
                        <a:rPr lang="en-US" sz="1300" u="none" cap="none" strike="noStrike">
                          <a:solidFill>
                            <a:srgbClr val="1B2A41"/>
                          </a:solidFill>
                          <a:latin typeface="Calibri"/>
                          <a:ea typeface="Calibri"/>
                          <a:cs typeface="Calibri"/>
                          <a:sym typeface="Calibri"/>
                        </a:rPr>
                        <a:t>Consultas manuales a los motores fuera </a:t>
                      </a:r>
                      <a:r>
                        <a:rPr lang="en-US" sz="1300">
                          <a:solidFill>
                            <a:srgbClr val="1B2A41"/>
                          </a:solidFill>
                          <a:latin typeface="Calibri"/>
                          <a:ea typeface="Calibri"/>
                          <a:cs typeface="Calibri"/>
                          <a:sym typeface="Calibri"/>
                        </a:rPr>
                        <a:t>de</a:t>
                      </a:r>
                      <a:r>
                        <a:rPr lang="en-US" sz="1300" u="none" cap="none" strike="noStrike">
                          <a:solidFill>
                            <a:srgbClr val="1B2A41"/>
                          </a:solidFill>
                          <a:latin typeface="Calibri"/>
                          <a:ea typeface="Calibri"/>
                          <a:cs typeface="Calibri"/>
                          <a:sym typeface="Calibri"/>
                        </a:rPr>
                        <a:t> protocolo</a:t>
                      </a:r>
                      <a:endParaRPr sz="1300" u="none" cap="none" strike="noStrike">
                        <a:latin typeface="Calibri"/>
                        <a:ea typeface="Calibri"/>
                        <a:cs typeface="Calibri"/>
                        <a:sym typeface="Calibri"/>
                      </a:endParaRPr>
                    </a:p>
                  </a:txBody>
                  <a:tcPr marT="45725" marB="45725" marR="73150" marL="73150" anchor="ctr">
                    <a:lnL cap="flat" cmpd="sng" w="9525">
                      <a:solidFill>
                        <a:srgbClr val="D5DCE6"/>
                      </a:solidFill>
                      <a:prstDash val="solid"/>
                      <a:round/>
                      <a:headEnd len="sm" w="sm" type="none"/>
                      <a:tailEnd len="sm" w="sm" type="none"/>
                    </a:lnL>
                    <a:lnR cap="flat" cmpd="sng" w="9525">
                      <a:solidFill>
                        <a:srgbClr val="D5DCE6"/>
                      </a:solidFill>
                      <a:prstDash val="solid"/>
                      <a:round/>
                      <a:headEnd len="sm" w="sm" type="none"/>
                      <a:tailEnd len="sm" w="sm" type="none"/>
                    </a:lnR>
                    <a:lnT cap="flat" cmpd="sng" w="9525">
                      <a:solidFill>
                        <a:srgbClr val="D5DCE6"/>
                      </a:solidFill>
                      <a:prstDash val="solid"/>
                      <a:round/>
                      <a:headEnd len="sm" w="sm" type="none"/>
                      <a:tailEnd len="sm" w="sm" type="none"/>
                    </a:lnT>
                    <a:lnB cap="flat" cmpd="sng" w="9525">
                      <a:solidFill>
                        <a:srgbClr val="D5DCE6"/>
                      </a:solidFill>
                      <a:prstDash val="solid"/>
                      <a:round/>
                      <a:headEnd len="sm" w="sm" type="none"/>
                      <a:tailEnd len="sm" w="sm" type="none"/>
                    </a:lnB>
                    <a:solidFill>
                      <a:srgbClr val="EEF2F7"/>
                    </a:solidFill>
                  </a:tcPr>
                </a:tc>
                <a:tc>
                  <a:txBody>
                    <a:bodyPr/>
                    <a:lstStyle/>
                    <a:p>
                      <a:pPr indent="0" lvl="0" marL="0" marR="0" rtl="0" algn="l">
                        <a:lnSpc>
                          <a:spcPct val="100000"/>
                        </a:lnSpc>
                        <a:spcBef>
                          <a:spcPts val="0"/>
                        </a:spcBef>
                        <a:spcAft>
                          <a:spcPts val="0"/>
                        </a:spcAft>
                        <a:buClr>
                          <a:srgbClr val="000000"/>
                        </a:buClr>
                        <a:buSzPts val="1300"/>
                        <a:buFont typeface="Arial"/>
                        <a:buNone/>
                      </a:pPr>
                      <a:r>
                        <a:rPr lang="en-US" sz="1300" u="none" cap="none" strike="noStrike">
                          <a:solidFill>
                            <a:srgbClr val="1B2A41"/>
                          </a:solidFill>
                          <a:latin typeface="Calibri"/>
                          <a:ea typeface="Calibri"/>
                          <a:cs typeface="Calibri"/>
                          <a:sym typeface="Calibri"/>
                        </a:rPr>
                        <a:t>Registro del motor y de la versión del modelo</a:t>
                      </a:r>
                      <a:endParaRPr sz="1300" u="none" cap="none" strike="noStrike">
                        <a:latin typeface="Calibri"/>
                        <a:ea typeface="Calibri"/>
                        <a:cs typeface="Calibri"/>
                        <a:sym typeface="Calibri"/>
                      </a:endParaRPr>
                    </a:p>
                  </a:txBody>
                  <a:tcPr marT="45725" marB="45725" marR="73150" marL="73150" anchor="ctr">
                    <a:lnL cap="flat" cmpd="sng" w="9525">
                      <a:solidFill>
                        <a:srgbClr val="D5DCE6"/>
                      </a:solidFill>
                      <a:prstDash val="solid"/>
                      <a:round/>
                      <a:headEnd len="sm" w="sm" type="none"/>
                      <a:tailEnd len="sm" w="sm" type="none"/>
                    </a:lnL>
                    <a:lnR cap="flat" cmpd="sng" w="9525">
                      <a:solidFill>
                        <a:srgbClr val="D5DCE6"/>
                      </a:solidFill>
                      <a:prstDash val="solid"/>
                      <a:round/>
                      <a:headEnd len="sm" w="sm" type="none"/>
                      <a:tailEnd len="sm" w="sm" type="none"/>
                    </a:lnR>
                    <a:lnT cap="flat" cmpd="sng" w="9525">
                      <a:solidFill>
                        <a:srgbClr val="D5DCE6"/>
                      </a:solidFill>
                      <a:prstDash val="solid"/>
                      <a:round/>
                      <a:headEnd len="sm" w="sm" type="none"/>
                      <a:tailEnd len="sm" w="sm" type="none"/>
                    </a:lnT>
                    <a:lnB cap="flat" cmpd="sng" w="9525">
                      <a:solidFill>
                        <a:srgbClr val="D5DCE6"/>
                      </a:solidFill>
                      <a:prstDash val="solid"/>
                      <a:round/>
                      <a:headEnd len="sm" w="sm" type="none"/>
                      <a:tailEnd len="sm" w="sm" type="none"/>
                    </a:lnB>
                    <a:solidFill>
                      <a:srgbClr val="EEF2F7"/>
                    </a:solidFill>
                  </a:tcPr>
                </a:tc>
                <a:tc>
                  <a:txBody>
                    <a:bodyPr/>
                    <a:lstStyle/>
                    <a:p>
                      <a:pPr indent="0" lvl="0" marL="0" marR="0" rtl="0" algn="l">
                        <a:lnSpc>
                          <a:spcPct val="100000"/>
                        </a:lnSpc>
                        <a:spcBef>
                          <a:spcPts val="0"/>
                        </a:spcBef>
                        <a:spcAft>
                          <a:spcPts val="0"/>
                        </a:spcAft>
                        <a:buClr>
                          <a:srgbClr val="000000"/>
                        </a:buClr>
                        <a:buSzPts val="1300"/>
                        <a:buFont typeface="Arial"/>
                        <a:buNone/>
                      </a:pPr>
                      <a:r>
                        <a:rPr lang="en-US" sz="1300" u="none" cap="none" strike="noStrike">
                          <a:solidFill>
                            <a:srgbClr val="1B2A41"/>
                          </a:solidFill>
                          <a:latin typeface="Calibri"/>
                          <a:ea typeface="Calibri"/>
                          <a:cs typeface="Calibri"/>
                          <a:sym typeface="Calibri"/>
                        </a:rPr>
                        <a:t>Controlar a diario el consumo de las API</a:t>
                      </a:r>
                      <a:endParaRPr sz="1300" u="none" cap="none" strike="noStrike">
                        <a:latin typeface="Calibri"/>
                        <a:ea typeface="Calibri"/>
                        <a:cs typeface="Calibri"/>
                        <a:sym typeface="Calibri"/>
                      </a:endParaRPr>
                    </a:p>
                  </a:txBody>
                  <a:tcPr marT="45725" marB="45725" marR="73150" marL="73150" anchor="ctr">
                    <a:lnL cap="flat" cmpd="sng" w="9525">
                      <a:solidFill>
                        <a:srgbClr val="D5DCE6"/>
                      </a:solidFill>
                      <a:prstDash val="solid"/>
                      <a:round/>
                      <a:headEnd len="sm" w="sm" type="none"/>
                      <a:tailEnd len="sm" w="sm" type="none"/>
                    </a:lnL>
                    <a:lnR cap="flat" cmpd="sng" w="9525">
                      <a:solidFill>
                        <a:srgbClr val="D5DCE6"/>
                      </a:solidFill>
                      <a:prstDash val="solid"/>
                      <a:round/>
                      <a:headEnd len="sm" w="sm" type="none"/>
                      <a:tailEnd len="sm" w="sm" type="none"/>
                    </a:lnR>
                    <a:lnT cap="flat" cmpd="sng" w="9525">
                      <a:solidFill>
                        <a:srgbClr val="D5DCE6"/>
                      </a:solidFill>
                      <a:prstDash val="solid"/>
                      <a:round/>
                      <a:headEnd len="sm" w="sm" type="none"/>
                      <a:tailEnd len="sm" w="sm" type="none"/>
                    </a:lnT>
                    <a:lnB cap="flat" cmpd="sng" w="9525">
                      <a:solidFill>
                        <a:srgbClr val="D5DCE6"/>
                      </a:solidFill>
                      <a:prstDash val="solid"/>
                      <a:round/>
                      <a:headEnd len="sm" w="sm" type="none"/>
                      <a:tailEnd len="sm" w="sm" type="none"/>
                    </a:lnB>
                    <a:solidFill>
                      <a:srgbClr val="EEF2F7"/>
                    </a:solidFill>
                  </a:tcPr>
                </a:tc>
                <a:tc>
                  <a:txBody>
                    <a:bodyPr/>
                    <a:lstStyle/>
                    <a:p>
                      <a:pPr indent="0" lvl="0" marL="0" marR="0" rtl="0" algn="l">
                        <a:lnSpc>
                          <a:spcPct val="100000"/>
                        </a:lnSpc>
                        <a:spcBef>
                          <a:spcPts val="0"/>
                        </a:spcBef>
                        <a:spcAft>
                          <a:spcPts val="0"/>
                        </a:spcAft>
                        <a:buClr>
                          <a:srgbClr val="000000"/>
                        </a:buClr>
                        <a:buSzPts val="1300"/>
                        <a:buFont typeface="Arial"/>
                        <a:buNone/>
                      </a:pPr>
                      <a:r>
                        <a:rPr lang="en-US" sz="1300" u="none" cap="none" strike="noStrike">
                          <a:solidFill>
                            <a:srgbClr val="1B2A41"/>
                          </a:solidFill>
                          <a:latin typeface="Calibri"/>
                          <a:ea typeface="Calibri"/>
                          <a:cs typeface="Calibri"/>
                          <a:sym typeface="Calibri"/>
                        </a:rPr>
                        <a:t>Ejecutar rondas completas sin validar el formato de las respuestas</a:t>
                      </a:r>
                      <a:endParaRPr sz="1300" u="none" cap="none" strike="noStrike">
                        <a:latin typeface="Calibri"/>
                        <a:ea typeface="Calibri"/>
                        <a:cs typeface="Calibri"/>
                        <a:sym typeface="Calibri"/>
                      </a:endParaRPr>
                    </a:p>
                  </a:txBody>
                  <a:tcPr marT="45725" marB="45725" marR="73150" marL="73150" anchor="ctr">
                    <a:lnL cap="flat" cmpd="sng" w="9525">
                      <a:solidFill>
                        <a:srgbClr val="D5DCE6"/>
                      </a:solidFill>
                      <a:prstDash val="solid"/>
                      <a:round/>
                      <a:headEnd len="sm" w="sm" type="none"/>
                      <a:tailEnd len="sm" w="sm" type="none"/>
                    </a:lnL>
                    <a:lnR cap="flat" cmpd="sng" w="9525">
                      <a:solidFill>
                        <a:srgbClr val="D5DCE6"/>
                      </a:solidFill>
                      <a:prstDash val="solid"/>
                      <a:round/>
                      <a:headEnd len="sm" w="sm" type="none"/>
                      <a:tailEnd len="sm" w="sm" type="none"/>
                    </a:lnR>
                    <a:lnT cap="flat" cmpd="sng" w="9525">
                      <a:solidFill>
                        <a:srgbClr val="D5DCE6"/>
                      </a:solidFill>
                      <a:prstDash val="solid"/>
                      <a:round/>
                      <a:headEnd len="sm" w="sm" type="none"/>
                      <a:tailEnd len="sm" w="sm" type="none"/>
                    </a:lnT>
                    <a:lnB cap="flat" cmpd="sng" w="9525">
                      <a:solidFill>
                        <a:srgbClr val="D5DCE6"/>
                      </a:solidFill>
                      <a:prstDash val="solid"/>
                      <a:round/>
                      <a:headEnd len="sm" w="sm" type="none"/>
                      <a:tailEnd len="sm" w="sm" type="none"/>
                    </a:lnB>
                    <a:solidFill>
                      <a:srgbClr val="EEF2F7"/>
                    </a:solidFill>
                  </a:tcPr>
                </a:tc>
              </a:tr>
              <a:tr h="82130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solidFill>
                            <a:srgbClr val="1B2A41"/>
                          </a:solidFill>
                          <a:latin typeface="Calibri"/>
                          <a:ea typeface="Calibri"/>
                          <a:cs typeface="Calibri"/>
                          <a:sym typeface="Calibri"/>
                        </a:rPr>
                        <a:t>Sprint 3</a:t>
                      </a:r>
                      <a:endParaRPr sz="13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00"/>
                        <a:buFont typeface="Arial"/>
                        <a:buNone/>
                      </a:pPr>
                      <a:r>
                        <a:rPr lang="en-US" sz="1200" u="none" cap="none" strike="noStrike">
                          <a:solidFill>
                            <a:srgbClr val="5C6B80"/>
                          </a:solidFill>
                          <a:latin typeface="Calibri"/>
                          <a:ea typeface="Calibri"/>
                          <a:cs typeface="Calibri"/>
                          <a:sym typeface="Calibri"/>
                        </a:rPr>
                        <a:t>técnico</a:t>
                      </a:r>
                      <a:endParaRPr sz="1300" u="none" cap="none" strike="noStrike">
                        <a:latin typeface="Calibri"/>
                        <a:ea typeface="Calibri"/>
                        <a:cs typeface="Calibri"/>
                        <a:sym typeface="Calibri"/>
                      </a:endParaRPr>
                    </a:p>
                  </a:txBody>
                  <a:tcPr marT="45725" marB="45725" marR="73150" marL="73150" anchor="ctr">
                    <a:lnL cap="flat" cmpd="sng" w="9525">
                      <a:solidFill>
                        <a:srgbClr val="D5DCE6"/>
                      </a:solidFill>
                      <a:prstDash val="solid"/>
                      <a:round/>
                      <a:headEnd len="sm" w="sm" type="none"/>
                      <a:tailEnd len="sm" w="sm" type="none"/>
                    </a:lnL>
                    <a:lnR cap="flat" cmpd="sng" w="9525">
                      <a:solidFill>
                        <a:srgbClr val="D5DCE6"/>
                      </a:solidFill>
                      <a:prstDash val="solid"/>
                      <a:round/>
                      <a:headEnd len="sm" w="sm" type="none"/>
                      <a:tailEnd len="sm" w="sm" type="none"/>
                    </a:lnR>
                    <a:lnT cap="flat" cmpd="sng" w="9525">
                      <a:solidFill>
                        <a:srgbClr val="D5DCE6"/>
                      </a:solidFill>
                      <a:prstDash val="solid"/>
                      <a:round/>
                      <a:headEnd len="sm" w="sm" type="none"/>
                      <a:tailEnd len="sm" w="sm" type="none"/>
                    </a:lnT>
                    <a:lnB cap="flat" cmpd="sng" w="9525">
                      <a:solidFill>
                        <a:srgbClr val="D5DCE6"/>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300"/>
                        <a:buFont typeface="Arial"/>
                        <a:buNone/>
                      </a:pPr>
                      <a:r>
                        <a:rPr lang="en-US" sz="1300" u="none" cap="none" strike="noStrike">
                          <a:solidFill>
                            <a:srgbClr val="1B2A41"/>
                          </a:solidFill>
                          <a:latin typeface="Calibri"/>
                          <a:ea typeface="Calibri"/>
                          <a:cs typeface="Calibri"/>
                          <a:sym typeface="Calibri"/>
                        </a:rPr>
                        <a:t>Contraste con el modelo de referencia</a:t>
                      </a:r>
                      <a:endParaRPr sz="1300" u="none" cap="none" strike="noStrike">
                        <a:latin typeface="Calibri"/>
                        <a:ea typeface="Calibri"/>
                        <a:cs typeface="Calibri"/>
                        <a:sym typeface="Calibri"/>
                      </a:endParaRPr>
                    </a:p>
                  </a:txBody>
                  <a:tcPr marT="45725" marB="45725" marR="73150" marL="73150" anchor="ctr">
                    <a:lnL cap="flat" cmpd="sng" w="9525">
                      <a:solidFill>
                        <a:srgbClr val="D5DCE6"/>
                      </a:solidFill>
                      <a:prstDash val="solid"/>
                      <a:round/>
                      <a:headEnd len="sm" w="sm" type="none"/>
                      <a:tailEnd len="sm" w="sm" type="none"/>
                    </a:lnL>
                    <a:lnR cap="flat" cmpd="sng" w="9525">
                      <a:solidFill>
                        <a:srgbClr val="D5DCE6"/>
                      </a:solidFill>
                      <a:prstDash val="solid"/>
                      <a:round/>
                      <a:headEnd len="sm" w="sm" type="none"/>
                      <a:tailEnd len="sm" w="sm" type="none"/>
                    </a:lnR>
                    <a:lnT cap="flat" cmpd="sng" w="9525">
                      <a:solidFill>
                        <a:srgbClr val="D5DCE6"/>
                      </a:solidFill>
                      <a:prstDash val="solid"/>
                      <a:round/>
                      <a:headEnd len="sm" w="sm" type="none"/>
                      <a:tailEnd len="sm" w="sm" type="none"/>
                    </a:lnT>
                    <a:lnB cap="flat" cmpd="sng" w="9525">
                      <a:solidFill>
                        <a:srgbClr val="D5DCE6"/>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300"/>
                        <a:buFont typeface="Arial"/>
                        <a:buNone/>
                      </a:pPr>
                      <a:r>
                        <a:rPr lang="en-US" sz="1300" u="none" cap="none" strike="noStrike">
                          <a:solidFill>
                            <a:srgbClr val="1B2A41"/>
                          </a:solidFill>
                          <a:latin typeface="Calibri"/>
                          <a:ea typeface="Calibri"/>
                          <a:cs typeface="Calibri"/>
                          <a:sym typeface="Calibri"/>
                        </a:rPr>
                        <a:t>Ajustes de </a:t>
                      </a:r>
                      <a:r>
                        <a:rPr lang="en-US" sz="1300">
                          <a:solidFill>
                            <a:srgbClr val="1B2A41"/>
                          </a:solidFill>
                          <a:latin typeface="Calibri"/>
                          <a:ea typeface="Calibri"/>
                          <a:cs typeface="Calibri"/>
                          <a:sym typeface="Calibri"/>
                        </a:rPr>
                        <a:t>hiper parámetros</a:t>
                      </a:r>
                      <a:r>
                        <a:rPr lang="en-US" sz="1300" u="none" cap="none" strike="noStrike">
                          <a:solidFill>
                            <a:srgbClr val="1B2A41"/>
                          </a:solidFill>
                          <a:latin typeface="Calibri"/>
                          <a:ea typeface="Calibri"/>
                          <a:cs typeface="Calibri"/>
                          <a:sym typeface="Calibri"/>
                        </a:rPr>
                        <a:t> sin registro</a:t>
                      </a:r>
                      <a:endParaRPr sz="1300" u="none" cap="none" strike="noStrike">
                        <a:latin typeface="Calibri"/>
                        <a:ea typeface="Calibri"/>
                        <a:cs typeface="Calibri"/>
                        <a:sym typeface="Calibri"/>
                      </a:endParaRPr>
                    </a:p>
                  </a:txBody>
                  <a:tcPr marT="45725" marB="45725" marR="73150" marL="73150" anchor="ctr">
                    <a:lnL cap="flat" cmpd="sng" w="9525">
                      <a:solidFill>
                        <a:srgbClr val="D5DCE6"/>
                      </a:solidFill>
                      <a:prstDash val="solid"/>
                      <a:round/>
                      <a:headEnd len="sm" w="sm" type="none"/>
                      <a:tailEnd len="sm" w="sm" type="none"/>
                    </a:lnL>
                    <a:lnR cap="flat" cmpd="sng" w="9525">
                      <a:solidFill>
                        <a:srgbClr val="D5DCE6"/>
                      </a:solidFill>
                      <a:prstDash val="solid"/>
                      <a:round/>
                      <a:headEnd len="sm" w="sm" type="none"/>
                      <a:tailEnd len="sm" w="sm" type="none"/>
                    </a:lnR>
                    <a:lnT cap="flat" cmpd="sng" w="9525">
                      <a:solidFill>
                        <a:srgbClr val="D5DCE6"/>
                      </a:solidFill>
                      <a:prstDash val="solid"/>
                      <a:round/>
                      <a:headEnd len="sm" w="sm" type="none"/>
                      <a:tailEnd len="sm" w="sm" type="none"/>
                    </a:lnT>
                    <a:lnB cap="flat" cmpd="sng" w="9525">
                      <a:solidFill>
                        <a:srgbClr val="D5DCE6"/>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300"/>
                        <a:buFont typeface="Arial"/>
                        <a:buNone/>
                      </a:pPr>
                      <a:r>
                        <a:rPr lang="en-US" sz="1300" u="none" cap="none" strike="noStrike">
                          <a:solidFill>
                            <a:srgbClr val="1B2A41"/>
                          </a:solidFill>
                          <a:latin typeface="Calibri"/>
                          <a:ea typeface="Calibri"/>
                          <a:cs typeface="Calibri"/>
                          <a:sym typeface="Calibri"/>
                        </a:rPr>
                        <a:t>Validación cruzada agrupada por título</a:t>
                      </a:r>
                      <a:endParaRPr sz="1300" u="none" cap="none" strike="noStrike">
                        <a:latin typeface="Calibri"/>
                        <a:ea typeface="Calibri"/>
                        <a:cs typeface="Calibri"/>
                        <a:sym typeface="Calibri"/>
                      </a:endParaRPr>
                    </a:p>
                  </a:txBody>
                  <a:tcPr marT="45725" marB="45725" marR="73150" marL="73150" anchor="ctr">
                    <a:lnL cap="flat" cmpd="sng" w="9525">
                      <a:solidFill>
                        <a:srgbClr val="D5DCE6"/>
                      </a:solidFill>
                      <a:prstDash val="solid"/>
                      <a:round/>
                      <a:headEnd len="sm" w="sm" type="none"/>
                      <a:tailEnd len="sm" w="sm" type="none"/>
                    </a:lnL>
                    <a:lnR cap="flat" cmpd="sng" w="9525">
                      <a:solidFill>
                        <a:srgbClr val="D5DCE6"/>
                      </a:solidFill>
                      <a:prstDash val="solid"/>
                      <a:round/>
                      <a:headEnd len="sm" w="sm" type="none"/>
                      <a:tailEnd len="sm" w="sm" type="none"/>
                    </a:lnR>
                    <a:lnT cap="flat" cmpd="sng" w="9525">
                      <a:solidFill>
                        <a:srgbClr val="D5DCE6"/>
                      </a:solidFill>
                      <a:prstDash val="solid"/>
                      <a:round/>
                      <a:headEnd len="sm" w="sm" type="none"/>
                      <a:tailEnd len="sm" w="sm" type="none"/>
                    </a:lnT>
                    <a:lnB cap="flat" cmpd="sng" w="9525">
                      <a:solidFill>
                        <a:srgbClr val="D5DCE6"/>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300"/>
                        <a:buFont typeface="Arial"/>
                        <a:buNone/>
                      </a:pPr>
                      <a:r>
                        <a:rPr lang="en-US" sz="1300" u="none" cap="none" strike="noStrike">
                          <a:solidFill>
                            <a:srgbClr val="1B2A41"/>
                          </a:solidFill>
                          <a:latin typeface="Calibri"/>
                          <a:ea typeface="Calibri"/>
                          <a:cs typeface="Calibri"/>
                          <a:sym typeface="Calibri"/>
                        </a:rPr>
                        <a:t>Validar las prioridades sobre una muestra de títulos</a:t>
                      </a:r>
                      <a:endParaRPr sz="1300" u="none" cap="none" strike="noStrike">
                        <a:latin typeface="Calibri"/>
                        <a:ea typeface="Calibri"/>
                        <a:cs typeface="Calibri"/>
                        <a:sym typeface="Calibri"/>
                      </a:endParaRPr>
                    </a:p>
                  </a:txBody>
                  <a:tcPr marT="45725" marB="45725" marR="73150" marL="73150" anchor="ctr">
                    <a:lnL cap="flat" cmpd="sng" w="9525">
                      <a:solidFill>
                        <a:srgbClr val="D5DCE6"/>
                      </a:solidFill>
                      <a:prstDash val="solid"/>
                      <a:round/>
                      <a:headEnd len="sm" w="sm" type="none"/>
                      <a:tailEnd len="sm" w="sm" type="none"/>
                    </a:lnL>
                    <a:lnR cap="flat" cmpd="sng" w="9525">
                      <a:solidFill>
                        <a:srgbClr val="D5DCE6"/>
                      </a:solidFill>
                      <a:prstDash val="solid"/>
                      <a:round/>
                      <a:headEnd len="sm" w="sm" type="none"/>
                      <a:tailEnd len="sm" w="sm" type="none"/>
                    </a:lnR>
                    <a:lnT cap="flat" cmpd="sng" w="9525">
                      <a:solidFill>
                        <a:srgbClr val="D5DCE6"/>
                      </a:solidFill>
                      <a:prstDash val="solid"/>
                      <a:round/>
                      <a:headEnd len="sm" w="sm" type="none"/>
                      <a:tailEnd len="sm" w="sm" type="none"/>
                    </a:lnT>
                    <a:lnB cap="flat" cmpd="sng" w="9525">
                      <a:solidFill>
                        <a:srgbClr val="D5DCE6"/>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300"/>
                        <a:buFont typeface="Arial"/>
                        <a:buNone/>
                      </a:pPr>
                      <a:r>
                        <a:rPr lang="en-US" sz="1300" u="none" cap="none" strike="noStrike">
                          <a:solidFill>
                            <a:srgbClr val="1B2A41"/>
                          </a:solidFill>
                          <a:latin typeface="Calibri"/>
                          <a:ea typeface="Calibri"/>
                          <a:cs typeface="Calibri"/>
                          <a:sym typeface="Calibri"/>
                        </a:rPr>
                        <a:t>Agregar variables sin documentar su origen</a:t>
                      </a:r>
                      <a:endParaRPr sz="1300" u="none" cap="none" strike="noStrike">
                        <a:latin typeface="Calibri"/>
                        <a:ea typeface="Calibri"/>
                        <a:cs typeface="Calibri"/>
                        <a:sym typeface="Calibri"/>
                      </a:endParaRPr>
                    </a:p>
                  </a:txBody>
                  <a:tcPr marT="45725" marB="45725" marR="73150" marL="73150" anchor="ctr">
                    <a:lnL cap="flat" cmpd="sng" w="9525">
                      <a:solidFill>
                        <a:srgbClr val="D5DCE6"/>
                      </a:solidFill>
                      <a:prstDash val="solid"/>
                      <a:round/>
                      <a:headEnd len="sm" w="sm" type="none"/>
                      <a:tailEnd len="sm" w="sm" type="none"/>
                    </a:lnL>
                    <a:lnR cap="flat" cmpd="sng" w="9525">
                      <a:solidFill>
                        <a:srgbClr val="D5DCE6"/>
                      </a:solidFill>
                      <a:prstDash val="solid"/>
                      <a:round/>
                      <a:headEnd len="sm" w="sm" type="none"/>
                      <a:tailEnd len="sm" w="sm" type="none"/>
                    </a:lnR>
                    <a:lnT cap="flat" cmpd="sng" w="9525">
                      <a:solidFill>
                        <a:srgbClr val="D5DCE6"/>
                      </a:solidFill>
                      <a:prstDash val="solid"/>
                      <a:round/>
                      <a:headEnd len="sm" w="sm" type="none"/>
                      <a:tailEnd len="sm" w="sm" type="none"/>
                    </a:lnT>
                    <a:lnB cap="flat" cmpd="sng" w="9525">
                      <a:solidFill>
                        <a:srgbClr val="D5DCE6"/>
                      </a:solidFill>
                      <a:prstDash val="solid"/>
                      <a:round/>
                      <a:headEnd len="sm" w="sm" type="none"/>
                      <a:tailEnd len="sm" w="sm" type="none"/>
                    </a:lnB>
                    <a:solidFill>
                      <a:srgbClr val="FFFFFF"/>
                    </a:solidFill>
                  </a:tcPr>
                </a:tc>
              </a:tr>
              <a:tr h="82130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solidFill>
                            <a:srgbClr val="1B2A41"/>
                          </a:solidFill>
                          <a:latin typeface="Calibri"/>
                          <a:ea typeface="Calibri"/>
                          <a:cs typeface="Calibri"/>
                          <a:sym typeface="Calibri"/>
                        </a:rPr>
                        <a:t>Sprint 8</a:t>
                      </a:r>
                      <a:endParaRPr sz="13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00"/>
                        <a:buFont typeface="Arial"/>
                        <a:buNone/>
                      </a:pPr>
                      <a:r>
                        <a:rPr lang="en-US" sz="1200" u="none" cap="none" strike="noStrike">
                          <a:solidFill>
                            <a:srgbClr val="5C6B80"/>
                          </a:solidFill>
                          <a:latin typeface="Calibri"/>
                          <a:ea typeface="Calibri"/>
                          <a:cs typeface="Calibri"/>
                          <a:sym typeface="Calibri"/>
                        </a:rPr>
                        <a:t>técnico</a:t>
                      </a:r>
                      <a:endParaRPr sz="1300" u="none" cap="none" strike="noStrike">
                        <a:latin typeface="Calibri"/>
                        <a:ea typeface="Calibri"/>
                        <a:cs typeface="Calibri"/>
                        <a:sym typeface="Calibri"/>
                      </a:endParaRPr>
                    </a:p>
                  </a:txBody>
                  <a:tcPr marT="45725" marB="45725" marR="73150" marL="73150" anchor="ctr">
                    <a:lnL cap="flat" cmpd="sng" w="9525">
                      <a:solidFill>
                        <a:srgbClr val="D5DCE6"/>
                      </a:solidFill>
                      <a:prstDash val="solid"/>
                      <a:round/>
                      <a:headEnd len="sm" w="sm" type="none"/>
                      <a:tailEnd len="sm" w="sm" type="none"/>
                    </a:lnL>
                    <a:lnR cap="flat" cmpd="sng" w="9525">
                      <a:solidFill>
                        <a:srgbClr val="D5DCE6"/>
                      </a:solidFill>
                      <a:prstDash val="solid"/>
                      <a:round/>
                      <a:headEnd len="sm" w="sm" type="none"/>
                      <a:tailEnd len="sm" w="sm" type="none"/>
                    </a:lnR>
                    <a:lnT cap="flat" cmpd="sng" w="9525">
                      <a:solidFill>
                        <a:srgbClr val="D5DCE6"/>
                      </a:solidFill>
                      <a:prstDash val="solid"/>
                      <a:round/>
                      <a:headEnd len="sm" w="sm" type="none"/>
                      <a:tailEnd len="sm" w="sm" type="none"/>
                    </a:lnT>
                    <a:lnB cap="flat" cmpd="sng" w="9525">
                      <a:solidFill>
                        <a:srgbClr val="D5DCE6"/>
                      </a:solidFill>
                      <a:prstDash val="solid"/>
                      <a:round/>
                      <a:headEnd len="sm" w="sm" type="none"/>
                      <a:tailEnd len="sm" w="sm" type="none"/>
                    </a:lnB>
                    <a:solidFill>
                      <a:srgbClr val="EEF2F7"/>
                    </a:solidFill>
                  </a:tcPr>
                </a:tc>
                <a:tc>
                  <a:txBody>
                    <a:bodyPr/>
                    <a:lstStyle/>
                    <a:p>
                      <a:pPr indent="0" lvl="0" marL="0" marR="0" rtl="0" algn="l">
                        <a:lnSpc>
                          <a:spcPct val="100000"/>
                        </a:lnSpc>
                        <a:spcBef>
                          <a:spcPts val="0"/>
                        </a:spcBef>
                        <a:spcAft>
                          <a:spcPts val="0"/>
                        </a:spcAft>
                        <a:buClr>
                          <a:srgbClr val="000000"/>
                        </a:buClr>
                        <a:buSzPts val="1300"/>
                        <a:buFont typeface="Arial"/>
                        <a:buNone/>
                      </a:pPr>
                      <a:r>
                        <a:rPr lang="en-US" sz="1300" u="none" cap="none" strike="noStrike">
                          <a:solidFill>
                            <a:srgbClr val="1B2A41"/>
                          </a:solidFill>
                          <a:latin typeface="Calibri"/>
                          <a:ea typeface="Calibri"/>
                          <a:cs typeface="Calibri"/>
                          <a:sym typeface="Calibri"/>
                        </a:rPr>
                        <a:t>Seguimiento semanal de ambos grupos del piloto</a:t>
                      </a:r>
                      <a:endParaRPr sz="1300" u="none" cap="none" strike="noStrike">
                        <a:latin typeface="Calibri"/>
                        <a:ea typeface="Calibri"/>
                        <a:cs typeface="Calibri"/>
                        <a:sym typeface="Calibri"/>
                      </a:endParaRPr>
                    </a:p>
                  </a:txBody>
                  <a:tcPr marT="45725" marB="45725" marR="73150" marL="73150" anchor="ctr">
                    <a:lnL cap="flat" cmpd="sng" w="9525">
                      <a:solidFill>
                        <a:srgbClr val="D5DCE6"/>
                      </a:solidFill>
                      <a:prstDash val="solid"/>
                      <a:round/>
                      <a:headEnd len="sm" w="sm" type="none"/>
                      <a:tailEnd len="sm" w="sm" type="none"/>
                    </a:lnL>
                    <a:lnR cap="flat" cmpd="sng" w="9525">
                      <a:solidFill>
                        <a:srgbClr val="D5DCE6"/>
                      </a:solidFill>
                      <a:prstDash val="solid"/>
                      <a:round/>
                      <a:headEnd len="sm" w="sm" type="none"/>
                      <a:tailEnd len="sm" w="sm" type="none"/>
                    </a:lnR>
                    <a:lnT cap="flat" cmpd="sng" w="9525">
                      <a:solidFill>
                        <a:srgbClr val="D5DCE6"/>
                      </a:solidFill>
                      <a:prstDash val="solid"/>
                      <a:round/>
                      <a:headEnd len="sm" w="sm" type="none"/>
                      <a:tailEnd len="sm" w="sm" type="none"/>
                    </a:lnT>
                    <a:lnB cap="flat" cmpd="sng" w="9525">
                      <a:solidFill>
                        <a:srgbClr val="D5DCE6"/>
                      </a:solidFill>
                      <a:prstDash val="solid"/>
                      <a:round/>
                      <a:headEnd len="sm" w="sm" type="none"/>
                      <a:tailEnd len="sm" w="sm" type="none"/>
                    </a:lnB>
                    <a:solidFill>
                      <a:srgbClr val="EEF2F7"/>
                    </a:solidFill>
                  </a:tcPr>
                </a:tc>
                <a:tc>
                  <a:txBody>
                    <a:bodyPr/>
                    <a:lstStyle/>
                    <a:p>
                      <a:pPr indent="0" lvl="0" marL="0" marR="0" rtl="0" algn="l">
                        <a:lnSpc>
                          <a:spcPct val="100000"/>
                        </a:lnSpc>
                        <a:spcBef>
                          <a:spcPts val="0"/>
                        </a:spcBef>
                        <a:spcAft>
                          <a:spcPts val="0"/>
                        </a:spcAft>
                        <a:buClr>
                          <a:srgbClr val="000000"/>
                        </a:buClr>
                        <a:buSzPts val="1300"/>
                        <a:buFont typeface="Arial"/>
                        <a:buNone/>
                      </a:pPr>
                      <a:r>
                        <a:rPr lang="en-US" sz="1300" u="none" cap="none" strike="noStrike">
                          <a:solidFill>
                            <a:srgbClr val="1B2A41"/>
                          </a:solidFill>
                          <a:latin typeface="Calibri"/>
                          <a:ea typeface="Calibri"/>
                          <a:cs typeface="Calibri"/>
                          <a:sym typeface="Calibri"/>
                        </a:rPr>
                        <a:t>Cambios en las sinopsis publicadas durante la medición</a:t>
                      </a:r>
                      <a:endParaRPr sz="1300" u="none" cap="none" strike="noStrike">
                        <a:latin typeface="Calibri"/>
                        <a:ea typeface="Calibri"/>
                        <a:cs typeface="Calibri"/>
                        <a:sym typeface="Calibri"/>
                      </a:endParaRPr>
                    </a:p>
                  </a:txBody>
                  <a:tcPr marT="45725" marB="45725" marR="73150" marL="73150" anchor="ctr">
                    <a:lnL cap="flat" cmpd="sng" w="9525">
                      <a:solidFill>
                        <a:srgbClr val="D5DCE6"/>
                      </a:solidFill>
                      <a:prstDash val="solid"/>
                      <a:round/>
                      <a:headEnd len="sm" w="sm" type="none"/>
                      <a:tailEnd len="sm" w="sm" type="none"/>
                    </a:lnL>
                    <a:lnR cap="flat" cmpd="sng" w="9525">
                      <a:solidFill>
                        <a:srgbClr val="D5DCE6"/>
                      </a:solidFill>
                      <a:prstDash val="solid"/>
                      <a:round/>
                      <a:headEnd len="sm" w="sm" type="none"/>
                      <a:tailEnd len="sm" w="sm" type="none"/>
                    </a:lnR>
                    <a:lnT cap="flat" cmpd="sng" w="9525">
                      <a:solidFill>
                        <a:srgbClr val="D5DCE6"/>
                      </a:solidFill>
                      <a:prstDash val="solid"/>
                      <a:round/>
                      <a:headEnd len="sm" w="sm" type="none"/>
                      <a:tailEnd len="sm" w="sm" type="none"/>
                    </a:lnT>
                    <a:lnB cap="flat" cmpd="sng" w="9525">
                      <a:solidFill>
                        <a:srgbClr val="D5DCE6"/>
                      </a:solidFill>
                      <a:prstDash val="solid"/>
                      <a:round/>
                      <a:headEnd len="sm" w="sm" type="none"/>
                      <a:tailEnd len="sm" w="sm" type="none"/>
                    </a:lnB>
                    <a:solidFill>
                      <a:srgbClr val="EEF2F7"/>
                    </a:solidFill>
                  </a:tcPr>
                </a:tc>
                <a:tc>
                  <a:txBody>
                    <a:bodyPr/>
                    <a:lstStyle/>
                    <a:p>
                      <a:pPr indent="0" lvl="0" marL="0" marR="0" rtl="0" algn="l">
                        <a:lnSpc>
                          <a:spcPct val="100000"/>
                        </a:lnSpc>
                        <a:spcBef>
                          <a:spcPts val="0"/>
                        </a:spcBef>
                        <a:spcAft>
                          <a:spcPts val="0"/>
                        </a:spcAft>
                        <a:buClr>
                          <a:srgbClr val="000000"/>
                        </a:buClr>
                        <a:buSzPts val="1300"/>
                        <a:buFont typeface="Arial"/>
                        <a:buNone/>
                      </a:pPr>
                      <a:r>
                        <a:rPr lang="en-US" sz="1300" u="none" cap="none" strike="noStrike">
                          <a:solidFill>
                            <a:srgbClr val="1B2A41"/>
                          </a:solidFill>
                          <a:latin typeface="Calibri"/>
                          <a:ea typeface="Calibri"/>
                          <a:cs typeface="Calibri"/>
                          <a:sym typeface="Calibri"/>
                        </a:rPr>
                        <a:t>Mediciones repetidas con el mismo protocolo</a:t>
                      </a:r>
                      <a:endParaRPr sz="1300" u="none" cap="none" strike="noStrike">
                        <a:latin typeface="Calibri"/>
                        <a:ea typeface="Calibri"/>
                        <a:cs typeface="Calibri"/>
                        <a:sym typeface="Calibri"/>
                      </a:endParaRPr>
                    </a:p>
                  </a:txBody>
                  <a:tcPr marT="45725" marB="45725" marR="73150" marL="73150" anchor="ctr">
                    <a:lnL cap="flat" cmpd="sng" w="9525">
                      <a:solidFill>
                        <a:srgbClr val="D5DCE6"/>
                      </a:solidFill>
                      <a:prstDash val="solid"/>
                      <a:round/>
                      <a:headEnd len="sm" w="sm" type="none"/>
                      <a:tailEnd len="sm" w="sm" type="none"/>
                    </a:lnL>
                    <a:lnR cap="flat" cmpd="sng" w="9525">
                      <a:solidFill>
                        <a:srgbClr val="D5DCE6"/>
                      </a:solidFill>
                      <a:prstDash val="solid"/>
                      <a:round/>
                      <a:headEnd len="sm" w="sm" type="none"/>
                      <a:tailEnd len="sm" w="sm" type="none"/>
                    </a:lnR>
                    <a:lnT cap="flat" cmpd="sng" w="9525">
                      <a:solidFill>
                        <a:srgbClr val="D5DCE6"/>
                      </a:solidFill>
                      <a:prstDash val="solid"/>
                      <a:round/>
                      <a:headEnd len="sm" w="sm" type="none"/>
                      <a:tailEnd len="sm" w="sm" type="none"/>
                    </a:lnT>
                    <a:lnB cap="flat" cmpd="sng" w="9525">
                      <a:solidFill>
                        <a:srgbClr val="D5DCE6"/>
                      </a:solidFill>
                      <a:prstDash val="solid"/>
                      <a:round/>
                      <a:headEnd len="sm" w="sm" type="none"/>
                      <a:tailEnd len="sm" w="sm" type="none"/>
                    </a:lnB>
                    <a:solidFill>
                      <a:srgbClr val="EEF2F7"/>
                    </a:solidFill>
                  </a:tcPr>
                </a:tc>
                <a:tc>
                  <a:txBody>
                    <a:bodyPr/>
                    <a:lstStyle/>
                    <a:p>
                      <a:pPr indent="0" lvl="0" marL="0" marR="0" rtl="0" algn="l">
                        <a:lnSpc>
                          <a:spcPct val="100000"/>
                        </a:lnSpc>
                        <a:spcBef>
                          <a:spcPts val="0"/>
                        </a:spcBef>
                        <a:spcAft>
                          <a:spcPts val="0"/>
                        </a:spcAft>
                        <a:buClr>
                          <a:srgbClr val="000000"/>
                        </a:buClr>
                        <a:buSzPts val="1300"/>
                        <a:buFont typeface="Arial"/>
                        <a:buNone/>
                      </a:pPr>
                      <a:r>
                        <a:rPr lang="en-US" sz="1300" u="none" cap="none" strike="noStrike">
                          <a:solidFill>
                            <a:srgbClr val="1B2A41"/>
                          </a:solidFill>
                          <a:latin typeface="Calibri"/>
                          <a:ea typeface="Calibri"/>
                          <a:cs typeface="Calibri"/>
                          <a:sym typeface="Calibri"/>
                        </a:rPr>
                        <a:t>Documentar cada módulo al cerrarlo</a:t>
                      </a:r>
                      <a:endParaRPr sz="1300" u="none" cap="none" strike="noStrike">
                        <a:latin typeface="Calibri"/>
                        <a:ea typeface="Calibri"/>
                        <a:cs typeface="Calibri"/>
                        <a:sym typeface="Calibri"/>
                      </a:endParaRPr>
                    </a:p>
                  </a:txBody>
                  <a:tcPr marT="45725" marB="45725" marR="73150" marL="73150" anchor="ctr">
                    <a:lnL cap="flat" cmpd="sng" w="9525">
                      <a:solidFill>
                        <a:srgbClr val="D5DCE6"/>
                      </a:solidFill>
                      <a:prstDash val="solid"/>
                      <a:round/>
                      <a:headEnd len="sm" w="sm" type="none"/>
                      <a:tailEnd len="sm" w="sm" type="none"/>
                    </a:lnL>
                    <a:lnR cap="flat" cmpd="sng" w="9525">
                      <a:solidFill>
                        <a:srgbClr val="D5DCE6"/>
                      </a:solidFill>
                      <a:prstDash val="solid"/>
                      <a:round/>
                      <a:headEnd len="sm" w="sm" type="none"/>
                      <a:tailEnd len="sm" w="sm" type="none"/>
                    </a:lnR>
                    <a:lnT cap="flat" cmpd="sng" w="9525">
                      <a:solidFill>
                        <a:srgbClr val="D5DCE6"/>
                      </a:solidFill>
                      <a:prstDash val="solid"/>
                      <a:round/>
                      <a:headEnd len="sm" w="sm" type="none"/>
                      <a:tailEnd len="sm" w="sm" type="none"/>
                    </a:lnT>
                    <a:lnB cap="flat" cmpd="sng" w="9525">
                      <a:solidFill>
                        <a:srgbClr val="D5DCE6"/>
                      </a:solidFill>
                      <a:prstDash val="solid"/>
                      <a:round/>
                      <a:headEnd len="sm" w="sm" type="none"/>
                      <a:tailEnd len="sm" w="sm" type="none"/>
                    </a:lnB>
                    <a:solidFill>
                      <a:srgbClr val="EEF2F7"/>
                    </a:solidFill>
                  </a:tcPr>
                </a:tc>
                <a:tc>
                  <a:txBody>
                    <a:bodyPr/>
                    <a:lstStyle/>
                    <a:p>
                      <a:pPr indent="0" lvl="0" marL="0" marR="0" rtl="0" algn="l">
                        <a:lnSpc>
                          <a:spcPct val="100000"/>
                        </a:lnSpc>
                        <a:spcBef>
                          <a:spcPts val="0"/>
                        </a:spcBef>
                        <a:spcAft>
                          <a:spcPts val="0"/>
                        </a:spcAft>
                        <a:buClr>
                          <a:srgbClr val="000000"/>
                        </a:buClr>
                        <a:buSzPts val="1300"/>
                        <a:buFont typeface="Arial"/>
                        <a:buNone/>
                      </a:pPr>
                      <a:r>
                        <a:rPr lang="en-US" sz="1300" u="none" cap="none" strike="noStrike">
                          <a:solidFill>
                            <a:srgbClr val="1B2A41"/>
                          </a:solidFill>
                          <a:latin typeface="Calibri"/>
                          <a:ea typeface="Calibri"/>
                          <a:cs typeface="Calibri"/>
                          <a:sym typeface="Calibri"/>
                        </a:rPr>
                        <a:t>Interpretar resultados parciales como definitivos</a:t>
                      </a:r>
                      <a:endParaRPr sz="1300" u="none" cap="none" strike="noStrike">
                        <a:latin typeface="Calibri"/>
                        <a:ea typeface="Calibri"/>
                        <a:cs typeface="Calibri"/>
                        <a:sym typeface="Calibri"/>
                      </a:endParaRPr>
                    </a:p>
                  </a:txBody>
                  <a:tcPr marT="45725" marB="45725" marR="73150" marL="73150" anchor="ctr">
                    <a:lnL cap="flat" cmpd="sng" w="9525">
                      <a:solidFill>
                        <a:srgbClr val="D5DCE6"/>
                      </a:solidFill>
                      <a:prstDash val="solid"/>
                      <a:round/>
                      <a:headEnd len="sm" w="sm" type="none"/>
                      <a:tailEnd len="sm" w="sm" type="none"/>
                    </a:lnL>
                    <a:lnR cap="flat" cmpd="sng" w="9525">
                      <a:solidFill>
                        <a:srgbClr val="D5DCE6"/>
                      </a:solidFill>
                      <a:prstDash val="solid"/>
                      <a:round/>
                      <a:headEnd len="sm" w="sm" type="none"/>
                      <a:tailEnd len="sm" w="sm" type="none"/>
                    </a:lnR>
                    <a:lnT cap="flat" cmpd="sng" w="9525">
                      <a:solidFill>
                        <a:srgbClr val="D5DCE6"/>
                      </a:solidFill>
                      <a:prstDash val="solid"/>
                      <a:round/>
                      <a:headEnd len="sm" w="sm" type="none"/>
                      <a:tailEnd len="sm" w="sm" type="none"/>
                    </a:lnT>
                    <a:lnB cap="flat" cmpd="sng" w="9525">
                      <a:solidFill>
                        <a:srgbClr val="D5DCE6"/>
                      </a:solidFill>
                      <a:prstDash val="solid"/>
                      <a:round/>
                      <a:headEnd len="sm" w="sm" type="none"/>
                      <a:tailEnd len="sm" w="sm" type="none"/>
                    </a:lnB>
                    <a:solidFill>
                      <a:srgbClr val="EEF2F7"/>
                    </a:solidFill>
                  </a:tcPr>
                </a:tc>
              </a:tr>
              <a:tr h="82130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solidFill>
                            <a:srgbClr val="1B2A41"/>
                          </a:solidFill>
                          <a:latin typeface="Calibri"/>
                          <a:ea typeface="Calibri"/>
                          <a:cs typeface="Calibri"/>
                          <a:sym typeface="Calibri"/>
                        </a:rPr>
                        <a:t>Sprint 11</a:t>
                      </a:r>
                      <a:endParaRPr sz="13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00"/>
                        <a:buFont typeface="Arial"/>
                        <a:buNone/>
                      </a:pPr>
                      <a:r>
                        <a:rPr lang="en-US" sz="1200" u="none" cap="none" strike="noStrike">
                          <a:solidFill>
                            <a:srgbClr val="5C6B80"/>
                          </a:solidFill>
                          <a:latin typeface="Calibri"/>
                          <a:ea typeface="Calibri"/>
                          <a:cs typeface="Calibri"/>
                          <a:sym typeface="Calibri"/>
                        </a:rPr>
                        <a:t>no técnico</a:t>
                      </a:r>
                      <a:endParaRPr sz="1300" u="none" cap="none" strike="noStrike">
                        <a:latin typeface="Calibri"/>
                        <a:ea typeface="Calibri"/>
                        <a:cs typeface="Calibri"/>
                        <a:sym typeface="Calibri"/>
                      </a:endParaRPr>
                    </a:p>
                  </a:txBody>
                  <a:tcPr marT="45725" marB="45725" marR="73150" marL="73150" anchor="ctr">
                    <a:lnL cap="flat" cmpd="sng" w="9525">
                      <a:solidFill>
                        <a:srgbClr val="D5DCE6"/>
                      </a:solidFill>
                      <a:prstDash val="solid"/>
                      <a:round/>
                      <a:headEnd len="sm" w="sm" type="none"/>
                      <a:tailEnd len="sm" w="sm" type="none"/>
                    </a:lnL>
                    <a:lnR cap="flat" cmpd="sng" w="9525">
                      <a:solidFill>
                        <a:srgbClr val="D5DCE6"/>
                      </a:solidFill>
                      <a:prstDash val="solid"/>
                      <a:round/>
                      <a:headEnd len="sm" w="sm" type="none"/>
                      <a:tailEnd len="sm" w="sm" type="none"/>
                    </a:lnR>
                    <a:lnT cap="flat" cmpd="sng" w="9525">
                      <a:solidFill>
                        <a:srgbClr val="D5DCE6"/>
                      </a:solidFill>
                      <a:prstDash val="solid"/>
                      <a:round/>
                      <a:headEnd len="sm" w="sm" type="none"/>
                      <a:tailEnd len="sm" w="sm" type="none"/>
                    </a:lnT>
                    <a:lnB cap="flat" cmpd="sng" w="9525">
                      <a:solidFill>
                        <a:srgbClr val="D5DCE6"/>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300"/>
                        <a:buFont typeface="Arial"/>
                        <a:buNone/>
                      </a:pPr>
                      <a:r>
                        <a:rPr lang="en-US" sz="1300" u="none" cap="none" strike="noStrike">
                          <a:solidFill>
                            <a:srgbClr val="1B2A41"/>
                          </a:solidFill>
                          <a:latin typeface="Calibri"/>
                          <a:ea typeface="Calibri"/>
                          <a:cs typeface="Calibri"/>
                          <a:sym typeface="Calibri"/>
                        </a:rPr>
                        <a:t>Ensayos de la exposición con devolución del director</a:t>
                      </a:r>
                      <a:endParaRPr sz="1300" u="none" cap="none" strike="noStrike">
                        <a:latin typeface="Calibri"/>
                        <a:ea typeface="Calibri"/>
                        <a:cs typeface="Calibri"/>
                        <a:sym typeface="Calibri"/>
                      </a:endParaRPr>
                    </a:p>
                  </a:txBody>
                  <a:tcPr marT="45725" marB="45725" marR="73150" marL="73150" anchor="ctr">
                    <a:lnL cap="flat" cmpd="sng" w="9525">
                      <a:solidFill>
                        <a:srgbClr val="D5DCE6"/>
                      </a:solidFill>
                      <a:prstDash val="solid"/>
                      <a:round/>
                      <a:headEnd len="sm" w="sm" type="none"/>
                      <a:tailEnd len="sm" w="sm" type="none"/>
                    </a:lnL>
                    <a:lnR cap="flat" cmpd="sng" w="9525">
                      <a:solidFill>
                        <a:srgbClr val="D5DCE6"/>
                      </a:solidFill>
                      <a:prstDash val="solid"/>
                      <a:round/>
                      <a:headEnd len="sm" w="sm" type="none"/>
                      <a:tailEnd len="sm" w="sm" type="none"/>
                    </a:lnR>
                    <a:lnT cap="flat" cmpd="sng" w="9525">
                      <a:solidFill>
                        <a:srgbClr val="D5DCE6"/>
                      </a:solidFill>
                      <a:prstDash val="solid"/>
                      <a:round/>
                      <a:headEnd len="sm" w="sm" type="none"/>
                      <a:tailEnd len="sm" w="sm" type="none"/>
                    </a:lnT>
                    <a:lnB cap="flat" cmpd="sng" w="9525">
                      <a:solidFill>
                        <a:srgbClr val="D5DCE6"/>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300"/>
                        <a:buFont typeface="Arial"/>
                        <a:buNone/>
                      </a:pPr>
                      <a:r>
                        <a:rPr lang="en-US" sz="1300" u="none" cap="none" strike="noStrike">
                          <a:solidFill>
                            <a:srgbClr val="1B2A41"/>
                          </a:solidFill>
                          <a:latin typeface="Calibri"/>
                          <a:ea typeface="Calibri"/>
                          <a:cs typeface="Calibri"/>
                          <a:sym typeface="Calibri"/>
                        </a:rPr>
                        <a:t>Cambios de contenido en la memoria cerca de la entrega</a:t>
                      </a:r>
                      <a:endParaRPr sz="1300" u="none" cap="none" strike="noStrike">
                        <a:latin typeface="Calibri"/>
                        <a:ea typeface="Calibri"/>
                        <a:cs typeface="Calibri"/>
                        <a:sym typeface="Calibri"/>
                      </a:endParaRPr>
                    </a:p>
                  </a:txBody>
                  <a:tcPr marT="45725" marB="45725" marR="73150" marL="73150" anchor="ctr">
                    <a:lnL cap="flat" cmpd="sng" w="9525">
                      <a:solidFill>
                        <a:srgbClr val="D5DCE6"/>
                      </a:solidFill>
                      <a:prstDash val="solid"/>
                      <a:round/>
                      <a:headEnd len="sm" w="sm" type="none"/>
                      <a:tailEnd len="sm" w="sm" type="none"/>
                    </a:lnL>
                    <a:lnR cap="flat" cmpd="sng" w="9525">
                      <a:solidFill>
                        <a:srgbClr val="D5DCE6"/>
                      </a:solidFill>
                      <a:prstDash val="solid"/>
                      <a:round/>
                      <a:headEnd len="sm" w="sm" type="none"/>
                      <a:tailEnd len="sm" w="sm" type="none"/>
                    </a:lnR>
                    <a:lnT cap="flat" cmpd="sng" w="9525">
                      <a:solidFill>
                        <a:srgbClr val="D5DCE6"/>
                      </a:solidFill>
                      <a:prstDash val="solid"/>
                      <a:round/>
                      <a:headEnd len="sm" w="sm" type="none"/>
                      <a:tailEnd len="sm" w="sm" type="none"/>
                    </a:lnT>
                    <a:lnB cap="flat" cmpd="sng" w="9525">
                      <a:solidFill>
                        <a:srgbClr val="D5DCE6"/>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300"/>
                        <a:buFont typeface="Arial"/>
                        <a:buNone/>
                      </a:pPr>
                      <a:r>
                        <a:rPr lang="en-US" sz="1300" u="none" cap="none" strike="noStrike">
                          <a:solidFill>
                            <a:srgbClr val="1B2A41"/>
                          </a:solidFill>
                          <a:latin typeface="Calibri"/>
                          <a:ea typeface="Calibri"/>
                          <a:cs typeface="Calibri"/>
                          <a:sym typeface="Calibri"/>
                        </a:rPr>
                        <a:t>Material visual claro sobre los resultados del piloto</a:t>
                      </a:r>
                      <a:endParaRPr sz="1300" u="none" cap="none" strike="noStrike">
                        <a:latin typeface="Calibri"/>
                        <a:ea typeface="Calibri"/>
                        <a:cs typeface="Calibri"/>
                        <a:sym typeface="Calibri"/>
                      </a:endParaRPr>
                    </a:p>
                  </a:txBody>
                  <a:tcPr marT="45725" marB="45725" marR="73150" marL="73150" anchor="ctr">
                    <a:lnL cap="flat" cmpd="sng" w="9525">
                      <a:solidFill>
                        <a:srgbClr val="D5DCE6"/>
                      </a:solidFill>
                      <a:prstDash val="solid"/>
                      <a:round/>
                      <a:headEnd len="sm" w="sm" type="none"/>
                      <a:tailEnd len="sm" w="sm" type="none"/>
                    </a:lnL>
                    <a:lnR cap="flat" cmpd="sng" w="9525">
                      <a:solidFill>
                        <a:srgbClr val="D5DCE6"/>
                      </a:solidFill>
                      <a:prstDash val="solid"/>
                      <a:round/>
                      <a:headEnd len="sm" w="sm" type="none"/>
                      <a:tailEnd len="sm" w="sm" type="none"/>
                    </a:lnR>
                    <a:lnT cap="flat" cmpd="sng" w="9525">
                      <a:solidFill>
                        <a:srgbClr val="D5DCE6"/>
                      </a:solidFill>
                      <a:prstDash val="solid"/>
                      <a:round/>
                      <a:headEnd len="sm" w="sm" type="none"/>
                      <a:tailEnd len="sm" w="sm" type="none"/>
                    </a:lnT>
                    <a:lnB cap="flat" cmpd="sng" w="9525">
                      <a:solidFill>
                        <a:srgbClr val="D5DCE6"/>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300"/>
                        <a:buFont typeface="Arial"/>
                        <a:buNone/>
                      </a:pPr>
                      <a:r>
                        <a:rPr lang="en-US" sz="1300" u="none" cap="none" strike="noStrike">
                          <a:solidFill>
                            <a:srgbClr val="1B2A41"/>
                          </a:solidFill>
                          <a:latin typeface="Calibri"/>
                          <a:ea typeface="Calibri"/>
                          <a:cs typeface="Calibri"/>
                          <a:sym typeface="Calibri"/>
                        </a:rPr>
                        <a:t>Ensayar la defensa con tiempo límite y preguntas simuladas</a:t>
                      </a:r>
                      <a:endParaRPr sz="1300" u="none" cap="none" strike="noStrike">
                        <a:latin typeface="Calibri"/>
                        <a:ea typeface="Calibri"/>
                        <a:cs typeface="Calibri"/>
                        <a:sym typeface="Calibri"/>
                      </a:endParaRPr>
                    </a:p>
                  </a:txBody>
                  <a:tcPr marT="45725" marB="45725" marR="73150" marL="73150" anchor="ctr">
                    <a:lnL cap="flat" cmpd="sng" w="9525">
                      <a:solidFill>
                        <a:srgbClr val="D5DCE6"/>
                      </a:solidFill>
                      <a:prstDash val="solid"/>
                      <a:round/>
                      <a:headEnd len="sm" w="sm" type="none"/>
                      <a:tailEnd len="sm" w="sm" type="none"/>
                    </a:lnL>
                    <a:lnR cap="flat" cmpd="sng" w="9525">
                      <a:solidFill>
                        <a:srgbClr val="D5DCE6"/>
                      </a:solidFill>
                      <a:prstDash val="solid"/>
                      <a:round/>
                      <a:headEnd len="sm" w="sm" type="none"/>
                      <a:tailEnd len="sm" w="sm" type="none"/>
                    </a:lnR>
                    <a:lnT cap="flat" cmpd="sng" w="9525">
                      <a:solidFill>
                        <a:srgbClr val="D5DCE6"/>
                      </a:solidFill>
                      <a:prstDash val="solid"/>
                      <a:round/>
                      <a:headEnd len="sm" w="sm" type="none"/>
                      <a:tailEnd len="sm" w="sm" type="none"/>
                    </a:lnT>
                    <a:lnB cap="flat" cmpd="sng" w="9525">
                      <a:solidFill>
                        <a:srgbClr val="D5DCE6"/>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300"/>
                        <a:buFont typeface="Arial"/>
                        <a:buNone/>
                      </a:pPr>
                      <a:r>
                        <a:rPr lang="en-US" sz="1300" u="none" cap="none" strike="noStrike">
                          <a:solidFill>
                            <a:srgbClr val="1B2A41"/>
                          </a:solidFill>
                          <a:latin typeface="Calibri"/>
                          <a:ea typeface="Calibri"/>
                          <a:cs typeface="Calibri"/>
                          <a:sym typeface="Calibri"/>
                        </a:rPr>
                        <a:t>Agregar detalles técnicos que no aportan a las conclusiones</a:t>
                      </a:r>
                      <a:endParaRPr sz="1300" u="none" cap="none" strike="noStrike">
                        <a:latin typeface="Calibri"/>
                        <a:ea typeface="Calibri"/>
                        <a:cs typeface="Calibri"/>
                        <a:sym typeface="Calibri"/>
                      </a:endParaRPr>
                    </a:p>
                  </a:txBody>
                  <a:tcPr marT="45725" marB="45725" marR="73150" marL="73150" anchor="ctr">
                    <a:lnL cap="flat" cmpd="sng" w="9525">
                      <a:solidFill>
                        <a:srgbClr val="D5DCE6"/>
                      </a:solidFill>
                      <a:prstDash val="solid"/>
                      <a:round/>
                      <a:headEnd len="sm" w="sm" type="none"/>
                      <a:tailEnd len="sm" w="sm" type="none"/>
                    </a:lnL>
                    <a:lnR cap="flat" cmpd="sng" w="9525">
                      <a:solidFill>
                        <a:srgbClr val="D5DCE6"/>
                      </a:solidFill>
                      <a:prstDash val="solid"/>
                      <a:round/>
                      <a:headEnd len="sm" w="sm" type="none"/>
                      <a:tailEnd len="sm" w="sm" type="none"/>
                    </a:lnR>
                    <a:lnT cap="flat" cmpd="sng" w="9525">
                      <a:solidFill>
                        <a:srgbClr val="D5DCE6"/>
                      </a:solidFill>
                      <a:prstDash val="solid"/>
                      <a:round/>
                      <a:headEnd len="sm" w="sm" type="none"/>
                      <a:tailEnd len="sm" w="sm" type="none"/>
                    </a:lnT>
                    <a:lnB cap="flat" cmpd="sng" w="9525">
                      <a:solidFill>
                        <a:srgbClr val="D5DCE6"/>
                      </a:solidFill>
                      <a:prstDash val="solid"/>
                      <a:round/>
                      <a:headEnd len="sm" w="sm" type="none"/>
                      <a:tailEnd len="sm" w="sm" type="none"/>
                    </a:lnB>
                    <a:solidFill>
                      <a:srgbClr val="FFFFFF"/>
                    </a:solidFill>
                  </a:tcPr>
                </a:tc>
              </a:tr>
            </a:tbl>
          </a:graphicData>
        </a:graphic>
      </p:graphicFrame>
      <p:sp>
        <p:nvSpPr>
          <p:cNvPr id="500" name="Google Shape;500;h2b392ae850084d8a_0_127"/>
          <p:cNvSpPr txBox="1"/>
          <p:nvPr>
            <p:ph idx="4294967295" type="sldNum"/>
          </p:nvPr>
        </p:nvSpPr>
        <p:spPr>
          <a:xfrm>
            <a:off x="11183112" y="6382512"/>
            <a:ext cx="457200" cy="274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SzPts val="1200"/>
              <a:buNone/>
            </a:pPr>
            <a:fld id="{00000000-1234-1234-1234-123412341234}" type="slidenum">
              <a:rPr b="0" lang="en-US" sz="1200">
                <a:solidFill>
                  <a:schemeClr val="accent5"/>
                </a:solidFill>
                <a:latin typeface="Calibri"/>
                <a:ea typeface="Calibri"/>
                <a:cs typeface="Calibri"/>
                <a:sym typeface="Calibri"/>
              </a:rPr>
              <a:t>‹#›</a:t>
            </a:fld>
            <a:endParaRPr sz="1200">
              <a:solidFill>
                <a:schemeClr val="accent5"/>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16"/>
          <p:cNvSpPr/>
          <p:nvPr/>
        </p:nvSpPr>
        <p:spPr>
          <a:xfrm>
            <a:off x="548640" y="1097280"/>
            <a:ext cx="777240" cy="777240"/>
          </a:xfrm>
          <a:prstGeom prst="ellipse">
            <a:avLst/>
          </a:prstGeom>
          <a:solidFill>
            <a:schemeClr val="accent2"/>
          </a:solidFill>
          <a:ln cap="flat" cmpd="sng" w="12700">
            <a:solidFill>
              <a:schemeClr val="accen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507" name="Google Shape;507;p16"/>
          <p:cNvPicPr preferRelativeResize="0"/>
          <p:nvPr/>
        </p:nvPicPr>
        <p:blipFill rotWithShape="1">
          <a:blip r:embed="rId3">
            <a:alphaModFix/>
          </a:blip>
          <a:srcRect b="0" l="0" r="0" t="0"/>
          <a:stretch/>
        </p:blipFill>
        <p:spPr>
          <a:xfrm>
            <a:off x="735178" y="1283818"/>
            <a:ext cx="404165" cy="404165"/>
          </a:xfrm>
          <a:prstGeom prst="rect">
            <a:avLst/>
          </a:prstGeom>
          <a:noFill/>
          <a:ln>
            <a:noFill/>
          </a:ln>
        </p:spPr>
      </p:pic>
      <p:sp>
        <p:nvSpPr>
          <p:cNvPr id="508" name="Google Shape;508;p16"/>
          <p:cNvSpPr txBox="1"/>
          <p:nvPr/>
        </p:nvSpPr>
        <p:spPr>
          <a:xfrm>
            <a:off x="548640" y="2148840"/>
            <a:ext cx="822960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5400"/>
              <a:buFont typeface="Cambria"/>
              <a:buNone/>
            </a:pPr>
            <a:r>
              <a:rPr b="1" lang="en-US" sz="5400">
                <a:solidFill>
                  <a:schemeClr val="lt1"/>
                </a:solidFill>
                <a:latin typeface="Cambria"/>
                <a:ea typeface="Cambria"/>
                <a:cs typeface="Cambria"/>
                <a:sym typeface="Cambria"/>
              </a:rPr>
              <a:t>Muchas gracias</a:t>
            </a:r>
            <a:endParaRPr sz="5400">
              <a:solidFill>
                <a:schemeClr val="dk1"/>
              </a:solidFill>
              <a:latin typeface="Calibri"/>
              <a:ea typeface="Calibri"/>
              <a:cs typeface="Calibri"/>
              <a:sym typeface="Calibri"/>
            </a:endParaRPr>
          </a:p>
        </p:txBody>
      </p:sp>
      <p:sp>
        <p:nvSpPr>
          <p:cNvPr id="509" name="Google Shape;509;p16"/>
          <p:cNvSpPr txBox="1"/>
          <p:nvPr/>
        </p:nvSpPr>
        <p:spPr>
          <a:xfrm>
            <a:off x="548640" y="3154680"/>
            <a:ext cx="2211813"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2"/>
              </a:buClr>
              <a:buSzPts val="3000"/>
              <a:buFont typeface="Calibri"/>
              <a:buNone/>
            </a:pPr>
            <a:r>
              <a:rPr lang="en-US" sz="3000">
                <a:solidFill>
                  <a:schemeClr val="accent2"/>
                </a:solidFill>
                <a:latin typeface="Calibri"/>
                <a:ea typeface="Calibri"/>
                <a:cs typeface="Calibri"/>
                <a:sym typeface="Calibri"/>
              </a:rPr>
              <a:t>¿Preguntas?</a:t>
            </a:r>
            <a:endParaRPr sz="3000">
              <a:solidFill>
                <a:schemeClr val="dk1"/>
              </a:solidFill>
              <a:latin typeface="Calibri"/>
              <a:ea typeface="Calibri"/>
              <a:cs typeface="Calibri"/>
              <a:sym typeface="Calibri"/>
            </a:endParaRPr>
          </a:p>
        </p:txBody>
      </p:sp>
      <p:sp>
        <p:nvSpPr>
          <p:cNvPr id="510" name="Google Shape;510;p16"/>
          <p:cNvSpPr txBox="1"/>
          <p:nvPr/>
        </p:nvSpPr>
        <p:spPr>
          <a:xfrm>
            <a:off x="548640" y="3977640"/>
            <a:ext cx="527419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2"/>
              </a:buClr>
              <a:buSzPts val="2000"/>
              <a:buFont typeface="Calibri"/>
              <a:buNone/>
            </a:pPr>
            <a:r>
              <a:rPr i="1" lang="en-US" sz="2000">
                <a:solidFill>
                  <a:schemeClr val="lt2"/>
                </a:solidFill>
                <a:latin typeface="Calibri"/>
                <a:ea typeface="Calibri"/>
                <a:cs typeface="Calibri"/>
                <a:sym typeface="Calibri"/>
              </a:rPr>
              <a:t>De ranking a citas. De tráfico a influencia medible.</a:t>
            </a:r>
            <a:endParaRPr sz="2000">
              <a:solidFill>
                <a:schemeClr val="dk1"/>
              </a:solidFill>
              <a:latin typeface="Calibri"/>
              <a:ea typeface="Calibri"/>
              <a:cs typeface="Calibri"/>
              <a:sym typeface="Calibri"/>
            </a:endParaRPr>
          </a:p>
        </p:txBody>
      </p:sp>
      <p:sp>
        <p:nvSpPr>
          <p:cNvPr id="511" name="Google Shape;511;p16"/>
          <p:cNvSpPr txBox="1"/>
          <p:nvPr/>
        </p:nvSpPr>
        <p:spPr>
          <a:xfrm>
            <a:off x="548640" y="5257800"/>
            <a:ext cx="54864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800"/>
              <a:buFont typeface="Calibri"/>
              <a:buNone/>
            </a:pPr>
            <a:r>
              <a:rPr b="1" lang="en-US" sz="1800">
                <a:solidFill>
                  <a:schemeClr val="lt1"/>
                </a:solidFill>
                <a:latin typeface="Calibri"/>
                <a:ea typeface="Calibri"/>
                <a:cs typeface="Calibri"/>
                <a:sym typeface="Calibri"/>
              </a:rPr>
              <a:t>Ing. Luis José Paredes Ramirez</a:t>
            </a:r>
            <a:endParaRPr sz="1800">
              <a:solidFill>
                <a:schemeClr val="dk1"/>
              </a:solidFill>
              <a:latin typeface="Calibri"/>
              <a:ea typeface="Calibri"/>
              <a:cs typeface="Calibri"/>
              <a:sym typeface="Calibri"/>
            </a:endParaRPr>
          </a:p>
        </p:txBody>
      </p:sp>
      <p:sp>
        <p:nvSpPr>
          <p:cNvPr id="512" name="Google Shape;512;p16"/>
          <p:cNvSpPr/>
          <p:nvPr/>
        </p:nvSpPr>
        <p:spPr>
          <a:xfrm>
            <a:off x="9052560" y="4983480"/>
            <a:ext cx="2587752" cy="960120"/>
          </a:xfrm>
          <a:prstGeom prst="roundRect">
            <a:avLst>
              <a:gd fmla="val 9524" name="adj"/>
            </a:avLst>
          </a:prstGeom>
          <a:solidFill>
            <a:schemeClr val="lt1"/>
          </a:solidFill>
          <a:ln cap="flat" cmpd="sng" w="12700">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Logo de la Facultad de Ingeniería de la Universidad de Buenos Aires" id="513" name="Google Shape;513;p16"/>
          <p:cNvPicPr preferRelativeResize="0"/>
          <p:nvPr/>
        </p:nvPicPr>
        <p:blipFill rotWithShape="1">
          <a:blip r:embed="rId4">
            <a:alphaModFix/>
          </a:blip>
          <a:srcRect b="0" l="0" r="0" t="0"/>
          <a:stretch/>
        </p:blipFill>
        <p:spPr>
          <a:xfrm>
            <a:off x="9171432" y="5120640"/>
            <a:ext cx="2296372" cy="685800"/>
          </a:xfrm>
          <a:prstGeom prst="rect">
            <a:avLst/>
          </a:prstGeom>
          <a:noFill/>
          <a:ln>
            <a:noFill/>
          </a:ln>
        </p:spPr>
      </p:pic>
      <p:sp>
        <p:nvSpPr>
          <p:cNvPr id="514" name="Google Shape;514;p16"/>
          <p:cNvSpPr txBox="1"/>
          <p:nvPr>
            <p:ph idx="4294967295" type="sldNum"/>
          </p:nvPr>
        </p:nvSpPr>
        <p:spPr>
          <a:xfrm>
            <a:off x="11183112" y="6382512"/>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fld id="{00000000-1234-1234-1234-123412341234}" type="slidenum">
              <a:rPr b="0" lang="en-US" sz="1200">
                <a:solidFill>
                  <a:schemeClr val="lt2"/>
                </a:solidFill>
                <a:latin typeface="Calibri"/>
                <a:ea typeface="Calibri"/>
                <a:cs typeface="Calibri"/>
                <a:sym typeface="Calibri"/>
              </a:rPr>
              <a:t>‹#›</a:t>
            </a:fld>
            <a:endParaRPr sz="1200">
              <a:solidFill>
                <a:schemeClr val="lt2"/>
              </a:solidFill>
              <a:latin typeface="Calibri"/>
              <a:ea typeface="Calibri"/>
              <a:cs typeface="Calibri"/>
              <a:sym typeface="Calibri"/>
            </a:endParaRPr>
          </a:p>
        </p:txBody>
      </p:sp>
      <p:sp>
        <p:nvSpPr>
          <p:cNvPr id="515" name="Google Shape;515;p16"/>
          <p:cNvSpPr/>
          <p:nvPr/>
        </p:nvSpPr>
        <p:spPr>
          <a:xfrm>
            <a:off x="6292300" y="4984343"/>
            <a:ext cx="2587752" cy="960120"/>
          </a:xfrm>
          <a:prstGeom prst="roundRect">
            <a:avLst>
              <a:gd fmla="val 9524" name="adj"/>
            </a:avLst>
          </a:prstGeom>
          <a:solidFill>
            <a:schemeClr val="lt1"/>
          </a:solidFill>
          <a:ln cap="flat" cmpd="sng" w="12700">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Argentina - Penguin Random House Grupo Editorial" id="516" name="Google Shape;516;p16"/>
          <p:cNvPicPr preferRelativeResize="0"/>
          <p:nvPr/>
        </p:nvPicPr>
        <p:blipFill rotWithShape="1">
          <a:blip r:embed="rId5">
            <a:alphaModFix/>
          </a:blip>
          <a:srcRect b="0" l="0" r="0" t="0"/>
          <a:stretch/>
        </p:blipFill>
        <p:spPr>
          <a:xfrm>
            <a:off x="6430075" y="5135219"/>
            <a:ext cx="2304287" cy="65836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Tinta y cita">
  <a:themeElements>
    <a:clrScheme name="Tinta y cita">
      <a:dk1>
        <a:srgbClr val="1B2A41"/>
      </a:dk1>
      <a:lt1>
        <a:srgbClr val="FFFFFF"/>
      </a:lt1>
      <a:dk2>
        <a:srgbClr val="12203A"/>
      </a:dk2>
      <a:lt2>
        <a:srgbClr val="EEF2F7"/>
      </a:lt2>
      <a:accent1>
        <a:srgbClr val="E8622A"/>
      </a:accent1>
      <a:accent2>
        <a:srgbClr val="00A0E2"/>
      </a:accent2>
      <a:accent3>
        <a:srgbClr val="2E8B6E"/>
      </a:accent3>
      <a:accent4>
        <a:srgbClr val="F2A93B"/>
      </a:accent4>
      <a:accent5>
        <a:srgbClr val="5C6B80"/>
      </a:accent5>
      <a:accent6>
        <a:srgbClr val="7B5EA7"/>
      </a:accent6>
      <a:hlink>
        <a:srgbClr val="00A0E2"/>
      </a:hlink>
      <a:folHlink>
        <a:srgbClr val="7B5E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2026-10-11T17:55:20Z</dcterms:created>
  <dc:creator>Ing. Luis José Paredes Ramirez</dc:creator>
</cp:coreProperties>
</file>